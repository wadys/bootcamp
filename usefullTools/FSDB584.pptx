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345" r:id="rId3"/>
    <p:sldId id="349" r:id="rId4"/>
    <p:sldId id="350" r:id="rId5"/>
    <p:sldId id="351" r:id="rId6"/>
    <p:sldId id="35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3300"/>
    <a:srgbClr val="745A00"/>
    <a:srgbClr val="61456A"/>
    <a:srgbClr val="C55A11"/>
    <a:srgbClr val="AD6513"/>
    <a:srgbClr val="FCC613"/>
    <a:srgbClr val="FFDD6D"/>
    <a:srgbClr val="DD53F8"/>
    <a:srgbClr val="E100FF"/>
    <a:srgbClr val="E85E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929F9F4-4A8F-4326-A1B4-22849713DDAB}" styleName="Dark Style 1 –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18"/>
    <p:restoredTop sz="91126"/>
  </p:normalViewPr>
  <p:slideViewPr>
    <p:cSldViewPr snapToGrid="0" showGuides="1">
      <p:cViewPr varScale="1">
        <p:scale>
          <a:sx n="140" d="100"/>
          <a:sy n="140" d="100"/>
        </p:scale>
        <p:origin x="1032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CAFF5F-4593-4642-B263-46DC71846A50}" type="datetimeFigureOut">
              <a:rPr lang="en-US" smtClean="0"/>
              <a:t>10/4/24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D73B4-3B7A-5C47-BA0A-325276D0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01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08086-3F50-6B21-F11D-D596A1B28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0F869C-0979-778C-E6F3-FA2616613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5CCF7-3D8B-35B5-4950-C203563F06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5F4C7-44EB-8560-3395-20BB16A1E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8644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FDAE7-B6FA-4B99-82CD-5DA289726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FA78F-D534-8EAD-6847-799F08E75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5E76D0-006F-E45D-789E-0D12879F3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A5600-8F52-B3A3-244C-D362523AC3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42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C0E55-30B2-F589-A62D-1AA2EF3B8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3FCCC3-3491-69E3-1849-10DE785FD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5BAE28-16EC-86E6-6B16-E9B0392BD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C36A7-009A-2E86-99A2-8F830DF17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5094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AC5E4-22AB-8DDE-708A-0FF0C6904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FD6389-6AA2-51F3-CED5-39F071D13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266495-70FC-2CE9-4914-7C4BAE4F6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5B8FA-1019-4EE5-0A32-968DF583DD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3345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73926-F0C6-B9E6-B3A6-C6E8B7D74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732944-E211-D22D-14C6-AF0053485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E45731-5E3E-7CB5-6E79-59471E35F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C8A8D-2F15-A19C-6D37-9F8B78A887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1263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914B0-5224-B0DF-7293-F40663175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8810A-B6B9-C0BD-1265-DFCF18146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19265-9BFA-1BC2-CDD6-47A3F947E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74205-5F65-3747-0E48-5926F2DAE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49A60-B65A-047C-1901-9E58799F4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42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10753-60BE-D4E8-DF98-50EB8781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FF022-9CC0-F395-2126-25FD48B7E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5A9DC-7053-2EC2-614A-ACE263E42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87403-D3DF-EED7-AC4A-58DC6ACD6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F9626-CF06-4327-1460-B41D736A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89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58E38-3DF8-0E50-B41F-24E2F9647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F70C4-F003-C288-3E3B-F320E8EDA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F0F96-1D0B-7BE6-0DA5-722FDD17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FA99A-36B8-13EE-009B-F71B62B1E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5676F-30E5-E5C7-0601-07574EB2D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19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4B8B2-55D6-055B-5C09-E65DD8C9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256CA-6EF2-B2E8-7D4B-52ECBC958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56E81-36C0-EE8A-9E4E-8470ED18A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A4CF9-8A85-9602-5D37-E5036C3F7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8346B-1F76-4AD0-4C90-AD7234282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591F1-5E0B-7A68-8722-F15752987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74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BFBBD-1722-4224-F9BB-8EBD1C001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4CB22-1AE7-CA9A-D0DC-DC783753C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5AA36-5AC2-7491-7C18-242609E9F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A99B3A-36E2-CFCE-6301-878B769EC1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E6ABAF-F340-A78E-DFD6-A0867F846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F998BD-30CD-7920-E753-C252CA2B2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A7ABC1-3752-46E5-F1AF-00F01D4BE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F4455-339C-F08F-C4CD-B3F2A7952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33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AA960-22DE-E5A9-7830-63B79FA74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E3637-07FD-41EA-C7DB-1E60FA870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1F13C8-AE6B-EC91-149D-C4F99AB0D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F6A696-6FF2-5CBD-6F28-EC15D5709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098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68334D-D93A-3844-6818-5266D3B3D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B9EED5-89A1-ACE4-55B7-3E9C29A57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A3269-AD29-F734-147B-CF871F8F9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418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EF10A-D478-0EAA-0D79-6B8962636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01B23-CF69-1895-9367-83A95BCF1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200D4B-7EEA-3448-A4D6-3B78AD012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56B4C-B757-9048-D019-358A416E5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E17CD-B648-BBC6-40F2-86A87DD4A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5F0EB-2058-FC2E-EDCF-37CD7BC36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55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B20EC-5AFE-8DF7-F581-AEE45E4A9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69887F-796D-C2EF-5316-35FE57640F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6A06E-DDBD-D2B6-9290-9E50813A4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558D9-110B-23FB-23FE-284059F2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8022B-6382-BE9C-A25F-0B02B029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23489-F0FC-18E2-45F1-463EFAAB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510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9BB7-6F7E-5B81-4F71-4BE777730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98EFD-6E2D-073D-2777-B8197B8AD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CEA36-4478-D24E-E2AB-CF9EEA3E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BC77E-E47B-EBFA-D7E2-EB8CAFC4C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8DF2F-19EC-AA0F-C42C-20F34B9C7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52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DB8503-2440-79EE-E716-072BE6DE3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F235D-189D-2752-0AD8-7B97748CA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6B4F1-B968-C9DC-36A0-40D3A924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11C7E-F8C8-E7B1-5AE1-6C0FD2430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64DB4-9403-A5D1-815E-2C890E8D9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33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9037D-89B3-121A-2C40-3A64E3262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CA659-082C-0B10-3680-E2AAC011B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14A2A-5365-7A34-B293-F60F54484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E7AAE-89D3-5444-979C-39A9910DDA2F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3B83F-380E-CA22-46AF-AE6DC794FD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D42CC-6023-539B-3E1C-4866E62C8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9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FDEFE-3BD7-6534-F0FE-3E6113B81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796" y="2189079"/>
            <a:ext cx="9144000" cy="2030550"/>
          </a:xfrm>
          <a:ln>
            <a:noFill/>
          </a:ln>
        </p:spPr>
        <p:txBody>
          <a:bodyPr>
            <a:normAutofit/>
          </a:bodyPr>
          <a:lstStyle/>
          <a:p>
            <a:pPr algn="l"/>
            <a:r>
              <a:rPr lang="en-US" sz="38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Understanding</a:t>
            </a:r>
            <a:br>
              <a:rPr lang="en-US" sz="38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</a:br>
            <a:r>
              <a:rPr lang="en-US" sz="38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HTTP Status Codes</a:t>
            </a:r>
          </a:p>
        </p:txBody>
      </p:sp>
      <p:sp>
        <p:nvSpPr>
          <p:cNvPr id="5" name="4-point Star 4">
            <a:extLst>
              <a:ext uri="{FF2B5EF4-FFF2-40B4-BE49-F238E27FC236}">
                <a16:creationId xmlns:a16="http://schemas.microsoft.com/office/drawing/2014/main" id="{72042A47-18F1-19EA-DA4D-4B338208F7AB}"/>
              </a:ext>
            </a:extLst>
          </p:cNvPr>
          <p:cNvSpPr/>
          <p:nvPr/>
        </p:nvSpPr>
        <p:spPr>
          <a:xfrm rot="2055929">
            <a:off x="2050484" y="517788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567DD399-6D96-8282-2AF3-7548B8B8E838}"/>
              </a:ext>
            </a:extLst>
          </p:cNvPr>
          <p:cNvSpPr/>
          <p:nvPr/>
        </p:nvSpPr>
        <p:spPr>
          <a:xfrm rot="787370">
            <a:off x="6810715" y="5903344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0BFD952C-DB3A-88EE-1426-2396912F87A0}"/>
              </a:ext>
            </a:extLst>
          </p:cNvPr>
          <p:cNvSpPr/>
          <p:nvPr/>
        </p:nvSpPr>
        <p:spPr>
          <a:xfrm rot="20264836">
            <a:off x="675273" y="5875098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8D7621-FC0B-5370-77AC-A12637AA9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0976C4D-1AC5-50E3-8628-B479D40EB899}"/>
              </a:ext>
            </a:extLst>
          </p:cNvPr>
          <p:cNvSpPr txBox="1">
            <a:spLocks/>
          </p:cNvSpPr>
          <p:nvPr/>
        </p:nvSpPr>
        <p:spPr>
          <a:xfrm>
            <a:off x="723796" y="4219629"/>
            <a:ext cx="9144000" cy="3919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dirty="0">
                <a:solidFill>
                  <a:srgbClr val="745A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Full-Stack Web Development Bootcamp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BC947DD-51D9-8B42-CFD6-9990EEEA7C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5081" y="2050247"/>
            <a:ext cx="2665532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22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DE94F7-45A3-B780-1611-0989E2B60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5752B060-A796-CC02-A49A-46E15B9DB8A0}"/>
              </a:ext>
            </a:extLst>
          </p:cNvPr>
          <p:cNvSpPr/>
          <p:nvPr/>
        </p:nvSpPr>
        <p:spPr>
          <a:xfrm rot="2055929">
            <a:off x="619117" y="6250266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CB53628D-1E36-4B87-73AC-7F4503E2FE32}"/>
              </a:ext>
            </a:extLst>
          </p:cNvPr>
          <p:cNvSpPr/>
          <p:nvPr/>
        </p:nvSpPr>
        <p:spPr>
          <a:xfrm rot="787370">
            <a:off x="11032449" y="272472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138B1A9C-AA7D-DC51-EADD-1D9AE4C56F1F}"/>
              </a:ext>
            </a:extLst>
          </p:cNvPr>
          <p:cNvSpPr/>
          <p:nvPr/>
        </p:nvSpPr>
        <p:spPr>
          <a:xfrm rot="20264836">
            <a:off x="11509310" y="4635490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F2325D-9631-2624-B351-7C2D71A0D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F67CF8D-E1A7-9AE7-51FF-764F6F19D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What Are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HTTP Status Codes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3C20DB-B3C8-F6CB-C48A-38A57761FCEC}"/>
              </a:ext>
            </a:extLst>
          </p:cNvPr>
          <p:cNvSpPr txBox="1"/>
          <p:nvPr/>
        </p:nvSpPr>
        <p:spPr>
          <a:xfrm>
            <a:off x="1264794" y="4329917"/>
            <a:ext cx="9735438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HTTP status codes are standardized numerical responses issued by a server to indicate the outcome of a client's request, informing about successful operations, redirections, client or server errors, and other states of the web interaction.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424BD5-E306-FB4F-C301-C0491C3135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2525" y="2536498"/>
            <a:ext cx="720000" cy="72000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271FDF-1401-2855-643B-65222600B6B3}"/>
              </a:ext>
            </a:extLst>
          </p:cNvPr>
          <p:cNvCxnSpPr>
            <a:cxnSpLocks/>
          </p:cNvCxnSpPr>
          <p:nvPr/>
        </p:nvCxnSpPr>
        <p:spPr>
          <a:xfrm>
            <a:off x="4045526" y="2598701"/>
            <a:ext cx="3928042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21287B2-8C14-2D05-1D5B-1BB0F28113FB}"/>
              </a:ext>
            </a:extLst>
          </p:cNvPr>
          <p:cNvCxnSpPr>
            <a:cxnSpLocks/>
          </p:cNvCxnSpPr>
          <p:nvPr/>
        </p:nvCxnSpPr>
        <p:spPr>
          <a:xfrm flipH="1">
            <a:off x="4045526" y="3233605"/>
            <a:ext cx="3928042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F3A6AEB7-5362-C953-FD48-AF004327B0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9742" y="2599872"/>
            <a:ext cx="1768847" cy="47779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7626603-EC43-21C1-0B2F-6FA3B782F935}"/>
              </a:ext>
            </a:extLst>
          </p:cNvPr>
          <p:cNvSpPr txBox="1"/>
          <p:nvPr/>
        </p:nvSpPr>
        <p:spPr>
          <a:xfrm>
            <a:off x="2489022" y="3379665"/>
            <a:ext cx="170700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rPr>
              <a:t>Client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E055CF-8238-AA85-8288-5535987CEE8B}"/>
              </a:ext>
            </a:extLst>
          </p:cNvPr>
          <p:cNvSpPr txBox="1"/>
          <p:nvPr/>
        </p:nvSpPr>
        <p:spPr>
          <a:xfrm>
            <a:off x="8249742" y="3379665"/>
            <a:ext cx="170700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</a:rPr>
              <a:t>route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A9937A6-F9C9-392A-93E3-0839AB80B4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6000" y="2724395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993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3889A5-D936-995E-3657-278170999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4FBDFDB2-5229-2B1D-619B-1BC8E1BD051E}"/>
              </a:ext>
            </a:extLst>
          </p:cNvPr>
          <p:cNvSpPr/>
          <p:nvPr/>
        </p:nvSpPr>
        <p:spPr>
          <a:xfrm rot="2055929">
            <a:off x="551269" y="1058557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D239883B-6856-62C1-1FFE-25D0FC47F467}"/>
              </a:ext>
            </a:extLst>
          </p:cNvPr>
          <p:cNvSpPr/>
          <p:nvPr/>
        </p:nvSpPr>
        <p:spPr>
          <a:xfrm rot="787370">
            <a:off x="10090618" y="5923504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92224ACD-A792-8271-8F80-65390310F4DF}"/>
              </a:ext>
            </a:extLst>
          </p:cNvPr>
          <p:cNvSpPr/>
          <p:nvPr/>
        </p:nvSpPr>
        <p:spPr>
          <a:xfrm rot="20264836">
            <a:off x="1312900" y="6110639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DAFBB2-8BDD-3C3D-7110-E28D9A9DD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710CAE1-0886-10A1-9B82-7DFBF03078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Code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2xx: Success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1C7426-F876-E843-57A6-A0FF415E3F41}"/>
              </a:ext>
            </a:extLst>
          </p:cNvPr>
          <p:cNvSpPr txBox="1"/>
          <p:nvPr/>
        </p:nvSpPr>
        <p:spPr>
          <a:xfrm>
            <a:off x="1250487" y="2378098"/>
            <a:ext cx="1012557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u="none" strike="noStrike" kern="1200" cap="none" spc="0" normalizeH="0" baseline="0" noProof="0" dirty="0">
                <a:ln>
                  <a:noFill/>
                </a:ln>
                <a:solidFill>
                  <a:srgbClr val="423300"/>
                </a:solidFill>
                <a:effectLst/>
                <a:uLnTx/>
                <a:uFillTx/>
                <a:latin typeface="Poppins SemiBold" pitchFamily="2" charset="77"/>
                <a:cs typeface="Poppins SemiBold" pitchFamily="2" charset="77"/>
              </a:rPr>
              <a:t>200 OK: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The request has succeeded, and the response contains the requested data. </a:t>
            </a:r>
          </a:p>
          <a:p>
            <a:pPr marL="285750" marR="0" lvl="0" indent="-28575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201 Created: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The request has been fulfilled, and a new resource has been created. </a:t>
            </a:r>
          </a:p>
          <a:p>
            <a:pPr marL="285750" marR="0" lvl="0" indent="-28575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204 No Content: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The server successfully processed the request, but is not returning any content.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81274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1EA6A-B9DC-8C76-A7D3-44F6280E8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DC71F5CB-8147-1BDA-DCCA-F9B941A92667}"/>
              </a:ext>
            </a:extLst>
          </p:cNvPr>
          <p:cNvSpPr/>
          <p:nvPr/>
        </p:nvSpPr>
        <p:spPr>
          <a:xfrm rot="2055929">
            <a:off x="782787" y="5858342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43B7FDF9-6693-ED85-7D01-D8FC173AE0E4}"/>
              </a:ext>
            </a:extLst>
          </p:cNvPr>
          <p:cNvSpPr/>
          <p:nvPr/>
        </p:nvSpPr>
        <p:spPr>
          <a:xfrm rot="787370">
            <a:off x="10647967" y="330519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877AC38D-0458-502F-C6CC-6CB656DCA96F}"/>
              </a:ext>
            </a:extLst>
          </p:cNvPr>
          <p:cNvSpPr/>
          <p:nvPr/>
        </p:nvSpPr>
        <p:spPr>
          <a:xfrm rot="20264836">
            <a:off x="10820114" y="4853647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FDA8EE-25F7-7FB4-3AA0-9CCA0E3645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6B00BCA4-9107-09B7-8E1B-235867A787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Code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3xx: Redirection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DBD62C-5056-96F1-60F6-B8BDBDC3B745}"/>
              </a:ext>
            </a:extLst>
          </p:cNvPr>
          <p:cNvSpPr txBox="1"/>
          <p:nvPr/>
        </p:nvSpPr>
        <p:spPr>
          <a:xfrm>
            <a:off x="1250487" y="2378098"/>
            <a:ext cx="1012557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301 Moved Permanently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: The URL of the requested resource has been changed permanently. The new URL is given in the response. </a:t>
            </a:r>
          </a:p>
          <a:p>
            <a:pPr marL="285750" marR="0" lvl="0" indent="-28575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302 Found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: The server is redirecting to a different URL, which is temporarily in use. </a:t>
            </a:r>
          </a:p>
          <a:p>
            <a:pPr marL="285750" marR="0" lvl="0" indent="-28575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304 Not Modified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: The client can use cached data; the resource has not been modified.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14506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DEFDC7-8F36-EAB7-D7AA-6D36468B1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338EA16F-0467-00D0-9447-063EE7C656D4}"/>
              </a:ext>
            </a:extLst>
          </p:cNvPr>
          <p:cNvSpPr/>
          <p:nvPr/>
        </p:nvSpPr>
        <p:spPr>
          <a:xfrm rot="2055929">
            <a:off x="551269" y="1058557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CE077CCD-8C00-0952-2A37-899A983A97D3}"/>
              </a:ext>
            </a:extLst>
          </p:cNvPr>
          <p:cNvSpPr/>
          <p:nvPr/>
        </p:nvSpPr>
        <p:spPr>
          <a:xfrm rot="787370">
            <a:off x="10090618" y="5923504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3A2BAB1B-CEE3-2E1E-BFC3-A4052D508BB5}"/>
              </a:ext>
            </a:extLst>
          </p:cNvPr>
          <p:cNvSpPr/>
          <p:nvPr/>
        </p:nvSpPr>
        <p:spPr>
          <a:xfrm rot="20264836">
            <a:off x="1312900" y="6110639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DF2551-A4F9-325B-8A6F-7A5BD5B6C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68C0B8C-7ADA-3233-E878-D103E5D411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Code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4xx: Client Error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DADCA3-6B7A-AA96-B624-A4B37711938A}"/>
              </a:ext>
            </a:extLst>
          </p:cNvPr>
          <p:cNvSpPr txBox="1"/>
          <p:nvPr/>
        </p:nvSpPr>
        <p:spPr>
          <a:xfrm>
            <a:off x="1250487" y="1757362"/>
            <a:ext cx="1012557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400 Bad Request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: The server cannot or will not process the request due to a client error (syntax, size too large, etc.). </a:t>
            </a:r>
          </a:p>
          <a:p>
            <a:pPr marL="285750" marR="0" lvl="0" indent="-28575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401 Unauthorized: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Authentication is required and has failed or has not been provided. </a:t>
            </a:r>
          </a:p>
          <a:p>
            <a:pPr marL="285750" marR="0" lvl="0" indent="-28575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403 Forbidden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: The server understood the request but refuses to authorize it. </a:t>
            </a:r>
          </a:p>
          <a:p>
            <a:pPr marL="285750" marR="0" lvl="0" indent="-28575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404 Not Found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: The requested resource could not be found but may be available in the future. </a:t>
            </a:r>
          </a:p>
          <a:p>
            <a:pPr marL="285750" marR="0" lvl="0" indent="-28575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409 Conflict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: The request could not be completed due to a conflict with the current state of the target resource.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793018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0E852E-3DE1-4DDD-A221-6AD161D4E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E948783D-EAFC-6A9A-EC7E-8B082C51777B}"/>
              </a:ext>
            </a:extLst>
          </p:cNvPr>
          <p:cNvSpPr/>
          <p:nvPr/>
        </p:nvSpPr>
        <p:spPr>
          <a:xfrm rot="2055929">
            <a:off x="782787" y="5858342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DD6E3B6E-D10E-0CF7-66D0-4B0E3693BCA5}"/>
              </a:ext>
            </a:extLst>
          </p:cNvPr>
          <p:cNvSpPr/>
          <p:nvPr/>
        </p:nvSpPr>
        <p:spPr>
          <a:xfrm rot="787370">
            <a:off x="10647967" y="330519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45DB7FF7-1A39-0D53-8C36-85D4C2D4810B}"/>
              </a:ext>
            </a:extLst>
          </p:cNvPr>
          <p:cNvSpPr/>
          <p:nvPr/>
        </p:nvSpPr>
        <p:spPr>
          <a:xfrm rot="20264836">
            <a:off x="10820114" y="4853647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9236EB-4911-8ED1-C54F-F92A9F49A6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DC99208-0ED8-D1C4-D6AD-39B9B38EF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Code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5xx: Server Error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A32406-A65B-FB4B-23FE-5A25AE3CC111}"/>
              </a:ext>
            </a:extLst>
          </p:cNvPr>
          <p:cNvSpPr txBox="1"/>
          <p:nvPr/>
        </p:nvSpPr>
        <p:spPr>
          <a:xfrm>
            <a:off x="1250487" y="1828935"/>
            <a:ext cx="10125574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500 Internal Server Error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: A generic error message when the server encounters an unexpected condition. </a:t>
            </a:r>
          </a:p>
          <a:p>
            <a:pPr marL="285750" marR="0" lvl="0" indent="-28575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501 Not Implemented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: The server either does not recognize the request method or lacks the ability to fulfill the request. </a:t>
            </a:r>
          </a:p>
          <a:p>
            <a:pPr marL="285750" marR="0" lvl="0" indent="-28575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503 Service Unavailable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: The server is currently unavailable (overloaded or down for maintenance).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676378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5879</TotalTime>
  <Words>342</Words>
  <Application>Microsoft Macintosh PowerPoint</Application>
  <PresentationFormat>Widescreen</PresentationFormat>
  <Paragraphs>29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Poppins</vt:lpstr>
      <vt:lpstr>Poppins Medium</vt:lpstr>
      <vt:lpstr>Poppins SemiBold</vt:lpstr>
      <vt:lpstr>Office Theme</vt:lpstr>
      <vt:lpstr>Understanding HTTP Status Codes</vt:lpstr>
      <vt:lpstr>What Are HTTP Status Codes</vt:lpstr>
      <vt:lpstr>Code 2xx: Success</vt:lpstr>
      <vt:lpstr>Code 3xx: Redirection</vt:lpstr>
      <vt:lpstr>Code 4xx: Client Error</vt:lpstr>
      <vt:lpstr>Code 5xx: Server Error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NESTJS</dc:title>
  <dc:creator>Microsoft Office User</dc:creator>
  <cp:lastModifiedBy>Manik Bajaj</cp:lastModifiedBy>
  <cp:revision>644</cp:revision>
  <dcterms:created xsi:type="dcterms:W3CDTF">2024-02-28T11:24:07Z</dcterms:created>
  <dcterms:modified xsi:type="dcterms:W3CDTF">2024-10-04T10:37:48Z</dcterms:modified>
</cp:coreProperties>
</file>