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345"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5"/>
    <p:restoredTop sz="91126"/>
  </p:normalViewPr>
  <p:slideViewPr>
    <p:cSldViewPr snapToGrid="0" showGuides="1">
      <p:cViewPr varScale="1">
        <p:scale>
          <a:sx n="140" d="100"/>
          <a:sy n="140" d="100"/>
        </p:scale>
        <p:origin x="1032"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10/2/24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8086-3F50-6B21-F11D-D596A1B28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F869C-0979-778C-E6F3-FA2616613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5CCF7-3D8B-35B5-4950-C203563F06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F4C7-44EB-8560-3395-20BB16A1E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644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10/2/24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10/2/24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Understanding </a:t>
            </a:r>
            <a:br>
              <a:rPr lang="en-US" sz="3800" b="1" dirty="0">
                <a:solidFill>
                  <a:srgbClr val="423300"/>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What is Middleware</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10" name="Graphic 9">
            <a:extLst>
              <a:ext uri="{FF2B5EF4-FFF2-40B4-BE49-F238E27FC236}">
                <a16:creationId xmlns:a16="http://schemas.microsoft.com/office/drawing/2014/main" id="{BBC947DD-51D9-8B42-CFD6-9990EEEA7C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2050247"/>
            <a:ext cx="2665532" cy="72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DE94F7-45A3-B780-1611-0989E2B6055A}"/>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752B060-A796-CC02-A49A-46E15B9DB8A0}"/>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B53628D-1E36-4B87-73AC-7F4503E2FE32}"/>
              </a:ext>
            </a:extLst>
          </p:cNvPr>
          <p:cNvSpPr/>
          <p:nvPr/>
        </p:nvSpPr>
        <p:spPr>
          <a:xfrm rot="787370">
            <a:off x="8534862" y="164451"/>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138B1A9C-AA7D-DC51-EADD-1D9AE4C56F1F}"/>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7F2325D-9631-2624-B351-7C2D71A0D55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AF67CF8D-E1A7-9AE7-51FF-764F6F19DE2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What is </a:t>
            </a:r>
            <a:r>
              <a:rPr lang="en-US" sz="3600" b="1" dirty="0">
                <a:solidFill>
                  <a:schemeClr val="accent2">
                    <a:lumMod val="75000"/>
                  </a:schemeClr>
                </a:solidFill>
                <a:latin typeface="Poppins" pitchFamily="2" charset="77"/>
                <a:cs typeface="Poppins" pitchFamily="2" charset="77"/>
              </a:rPr>
              <a:t>Middleware</a:t>
            </a:r>
          </a:p>
        </p:txBody>
      </p:sp>
      <p:sp>
        <p:nvSpPr>
          <p:cNvPr id="13" name="TextBox 12">
            <a:extLst>
              <a:ext uri="{FF2B5EF4-FFF2-40B4-BE49-F238E27FC236}">
                <a16:creationId xmlns:a16="http://schemas.microsoft.com/office/drawing/2014/main" id="{423C20DB-B3C8-F6CB-C48A-38A57761FCEC}"/>
              </a:ext>
            </a:extLst>
          </p:cNvPr>
          <p:cNvSpPr txBox="1"/>
          <p:nvPr/>
        </p:nvSpPr>
        <p:spPr>
          <a:xfrm>
            <a:off x="1264794" y="4329917"/>
            <a:ext cx="9735438" cy="135806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Express middleware are functions that execute during the request-response cycle in an Express application. They can modify requests and responses or terminate the cycle. Middleware functions are crucial for tasks like logging, parsing data, authentication, and managing sessions, facilitating modular and reusable code.</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 name="Rounded Rectangle 1">
            <a:extLst>
              <a:ext uri="{FF2B5EF4-FFF2-40B4-BE49-F238E27FC236}">
                <a16:creationId xmlns:a16="http://schemas.microsoft.com/office/drawing/2014/main" id="{AD7AE89A-F705-A11D-8E03-BB0321F94D6F}"/>
              </a:ext>
            </a:extLst>
          </p:cNvPr>
          <p:cNvSpPr/>
          <p:nvPr/>
        </p:nvSpPr>
        <p:spPr>
          <a:xfrm>
            <a:off x="3126978" y="2420352"/>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Request</a:t>
            </a:r>
          </a:p>
        </p:txBody>
      </p:sp>
      <p:sp>
        <p:nvSpPr>
          <p:cNvPr id="4" name="Rounded Rectangle 3">
            <a:extLst>
              <a:ext uri="{FF2B5EF4-FFF2-40B4-BE49-F238E27FC236}">
                <a16:creationId xmlns:a16="http://schemas.microsoft.com/office/drawing/2014/main" id="{AE544649-5178-699F-C920-71956B77096A}"/>
              </a:ext>
            </a:extLst>
          </p:cNvPr>
          <p:cNvSpPr/>
          <p:nvPr/>
        </p:nvSpPr>
        <p:spPr>
          <a:xfrm>
            <a:off x="3126978" y="3033000"/>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Response</a:t>
            </a:r>
          </a:p>
        </p:txBody>
      </p:sp>
      <p:pic>
        <p:nvPicPr>
          <p:cNvPr id="11" name="Picture 10">
            <a:extLst>
              <a:ext uri="{FF2B5EF4-FFF2-40B4-BE49-F238E27FC236}">
                <a16:creationId xmlns:a16="http://schemas.microsoft.com/office/drawing/2014/main" id="{9A424BD5-E306-FB4F-C301-C0491C313553}"/>
              </a:ext>
            </a:extLst>
          </p:cNvPr>
          <p:cNvPicPr>
            <a:picLocks noChangeAspect="1"/>
          </p:cNvPicPr>
          <p:nvPr/>
        </p:nvPicPr>
        <p:blipFill>
          <a:blip r:embed="rId5"/>
          <a:stretch>
            <a:fillRect/>
          </a:stretch>
        </p:blipFill>
        <p:spPr>
          <a:xfrm>
            <a:off x="904794" y="2509637"/>
            <a:ext cx="720000" cy="720000"/>
          </a:xfrm>
          <a:prstGeom prst="rect">
            <a:avLst/>
          </a:prstGeom>
        </p:spPr>
      </p:pic>
      <p:cxnSp>
        <p:nvCxnSpPr>
          <p:cNvPr id="14" name="Straight Arrow Connector 13">
            <a:extLst>
              <a:ext uri="{FF2B5EF4-FFF2-40B4-BE49-F238E27FC236}">
                <a16:creationId xmlns:a16="http://schemas.microsoft.com/office/drawing/2014/main" id="{59271FDF-1401-2855-643B-65222600B6B3}"/>
              </a:ext>
            </a:extLst>
          </p:cNvPr>
          <p:cNvCxnSpPr>
            <a:cxnSpLocks/>
          </p:cNvCxnSpPr>
          <p:nvPr/>
        </p:nvCxnSpPr>
        <p:spPr>
          <a:xfrm>
            <a:off x="1967795"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9DC5ABE-F53A-8B37-A820-8F3AC4D05B56}"/>
              </a:ext>
            </a:extLst>
          </p:cNvPr>
          <p:cNvCxnSpPr>
            <a:cxnSpLocks/>
          </p:cNvCxnSpPr>
          <p:nvPr/>
        </p:nvCxnSpPr>
        <p:spPr>
          <a:xfrm flipH="1">
            <a:off x="1940363"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9E17FB67-6D9F-3AAB-96C4-099781D82CAD}"/>
              </a:ext>
            </a:extLst>
          </p:cNvPr>
          <p:cNvSpPr/>
          <p:nvPr/>
        </p:nvSpPr>
        <p:spPr>
          <a:xfrm>
            <a:off x="6732587" y="2420352"/>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white"/>
                </a:solidFill>
                <a:latin typeface="Poppins" pitchFamily="2" charset="77"/>
                <a:cs typeface="Poppins" pitchFamily="2" charset="77"/>
              </a:rPr>
              <a:t>Middleware</a:t>
            </a:r>
            <a:endPar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20" name="Rounded Rectangle 19">
            <a:extLst>
              <a:ext uri="{FF2B5EF4-FFF2-40B4-BE49-F238E27FC236}">
                <a16:creationId xmlns:a16="http://schemas.microsoft.com/office/drawing/2014/main" id="{0FD92ED2-63BB-E424-C28C-07B898F17347}"/>
              </a:ext>
            </a:extLst>
          </p:cNvPr>
          <p:cNvSpPr/>
          <p:nvPr/>
        </p:nvSpPr>
        <p:spPr>
          <a:xfrm>
            <a:off x="6732587" y="3033000"/>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Middleware</a:t>
            </a:r>
          </a:p>
        </p:txBody>
      </p:sp>
      <p:cxnSp>
        <p:nvCxnSpPr>
          <p:cNvPr id="28" name="Straight Arrow Connector 27">
            <a:extLst>
              <a:ext uri="{FF2B5EF4-FFF2-40B4-BE49-F238E27FC236}">
                <a16:creationId xmlns:a16="http://schemas.microsoft.com/office/drawing/2014/main" id="{C93C1C8A-17C6-29B2-00E0-8C884A15E4CC}"/>
              </a:ext>
            </a:extLst>
          </p:cNvPr>
          <p:cNvCxnSpPr>
            <a:cxnSpLocks/>
          </p:cNvCxnSpPr>
          <p:nvPr/>
        </p:nvCxnSpPr>
        <p:spPr>
          <a:xfrm>
            <a:off x="5570531"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280E2F2-ED80-EDDB-5DE0-EB8DF19BDAE6}"/>
              </a:ext>
            </a:extLst>
          </p:cNvPr>
          <p:cNvCxnSpPr>
            <a:cxnSpLocks/>
          </p:cNvCxnSpPr>
          <p:nvPr/>
        </p:nvCxnSpPr>
        <p:spPr>
          <a:xfrm flipH="1">
            <a:off x="5543099"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CC5379E7-D29D-5DC6-1A08-6CB44902C08F}"/>
              </a:ext>
            </a:extLst>
          </p:cNvPr>
          <p:cNvPicPr>
            <a:picLocks noChangeAspect="1"/>
          </p:cNvPicPr>
          <p:nvPr/>
        </p:nvPicPr>
        <p:blipFill>
          <a:blip r:embed="rId6"/>
          <a:stretch>
            <a:fillRect/>
          </a:stretch>
        </p:blipFill>
        <p:spPr>
          <a:xfrm>
            <a:off x="10387206" y="2448811"/>
            <a:ext cx="900000" cy="900000"/>
          </a:xfrm>
          <a:prstGeom prst="rect">
            <a:avLst/>
          </a:prstGeom>
        </p:spPr>
      </p:pic>
      <p:cxnSp>
        <p:nvCxnSpPr>
          <p:cNvPr id="32" name="Straight Arrow Connector 31">
            <a:extLst>
              <a:ext uri="{FF2B5EF4-FFF2-40B4-BE49-F238E27FC236}">
                <a16:creationId xmlns:a16="http://schemas.microsoft.com/office/drawing/2014/main" id="{2D44F0AD-6627-B6EC-24BC-234C40E47D62}"/>
              </a:ext>
            </a:extLst>
          </p:cNvPr>
          <p:cNvCxnSpPr>
            <a:cxnSpLocks/>
          </p:cNvCxnSpPr>
          <p:nvPr/>
        </p:nvCxnSpPr>
        <p:spPr>
          <a:xfrm>
            <a:off x="9200699"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21287B2-8C14-2D05-1D5B-1BB0F28113FB}"/>
              </a:ext>
            </a:extLst>
          </p:cNvPr>
          <p:cNvCxnSpPr>
            <a:cxnSpLocks/>
          </p:cNvCxnSpPr>
          <p:nvPr/>
        </p:nvCxnSpPr>
        <p:spPr>
          <a:xfrm flipH="1">
            <a:off x="9173267"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9930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5768</TotalTime>
  <Words>67</Words>
  <Application>Microsoft Macintosh PowerPoint</Application>
  <PresentationFormat>Widescreen</PresentationFormat>
  <Paragraphs>9</Paragraphs>
  <Slides>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Poppins</vt:lpstr>
      <vt:lpstr>Poppins SemiBold</vt:lpstr>
      <vt:lpstr>Office Theme</vt:lpstr>
      <vt:lpstr>Understanding  What is Middleware</vt:lpstr>
      <vt:lpstr>What is Middleware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Manik Bajaj</cp:lastModifiedBy>
  <cp:revision>612</cp:revision>
  <dcterms:created xsi:type="dcterms:W3CDTF">2024-02-28T11:24:07Z</dcterms:created>
  <dcterms:modified xsi:type="dcterms:W3CDTF">2024-10-02T16:59:25Z</dcterms:modified>
</cp:coreProperties>
</file>