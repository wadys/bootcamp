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358" r:id="rId3"/>
    <p:sldId id="359" r:id="rId4"/>
    <p:sldId id="3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300"/>
    <a:srgbClr val="745A00"/>
    <a:srgbClr val="61456A"/>
    <a:srgbClr val="C55A11"/>
    <a:srgbClr val="AD6513"/>
    <a:srgbClr val="FCC613"/>
    <a:srgbClr val="FFDD6D"/>
    <a:srgbClr val="DD53F8"/>
    <a:srgbClr val="E100FF"/>
    <a:srgbClr val="E85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1166"/>
  </p:normalViewPr>
  <p:slideViewPr>
    <p:cSldViewPr snapToGrid="0" showGuides="1">
      <p:cViewPr varScale="1">
        <p:scale>
          <a:sx n="80" d="100"/>
          <a:sy n="80" d="100"/>
        </p:scale>
        <p:origin x="162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AFF5F-4593-4642-B263-46DC71846A50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D73B4-3B7A-5C47-BA0A-325276D0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F99E6-386D-B6B3-9F71-9CDF59C7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6676D-E841-6F32-39A6-C5EF62EF8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D42BE-36DC-EE79-CDF7-DF7DD2A8E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1D4B4-0A8F-D88E-95FE-95A8A7499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032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9286F-5713-A006-E472-42869F23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32577-A623-8985-E63F-7AE43C34E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08D61-A7F7-3D95-5520-2CB8723F6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29205-B640-057E-C9E6-E70C8939F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57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89DE9-6678-4007-16FC-016CFE6C1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2F2DC-BA3B-2D60-D0D3-0CE52F60A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607F7-F6E8-95FE-3A2B-7D61DDC68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6949F-9374-D9F5-F174-7C68F77D4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565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14B0-5224-B0DF-7293-F4066317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8810A-B6B9-C0BD-1265-DFCF1814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19265-9BFA-1BC2-CDD6-47A3F947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4205-5F65-3747-0E48-5926F2DA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9A60-B65A-047C-1901-9E58799F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0753-60BE-D4E8-DF98-50EB878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F022-9CC0-F395-2126-25FD48B7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A9DC-7053-2EC2-614A-ACE263E4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87403-D3DF-EED7-AC4A-58DC6ACD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9626-CF06-4327-1460-B41D736A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8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8E38-3DF8-0E50-B41F-24E2F964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F70C4-F003-C288-3E3B-F320E8ED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0F96-1D0B-7BE6-0DA5-722FDD17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A99A-36B8-13EE-009B-F71B62B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676F-30E5-E5C7-0601-07574EB2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1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B8B2-55D6-055B-5C09-E65DD8C9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56CA-6EF2-B2E8-7D4B-52ECBC95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6E81-36C0-EE8A-9E4E-8470ED1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4CF9-8A85-9602-5D37-E5036C3F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8346B-1F76-4AD0-4C90-AD72342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91F1-5E0B-7A68-8722-F1575298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FBBD-1722-4224-F9BB-8EBD1C00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4CB22-1AE7-CA9A-D0DC-DC783753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5AA36-5AC2-7491-7C18-242609E9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99B3A-36E2-CFCE-6301-878B769EC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6ABAF-F340-A78E-DFD6-A0867F846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98BD-30CD-7920-E753-C252CA2B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7ABC1-3752-46E5-F1AF-00F01D4B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F4455-339C-F08F-C4CD-B3F2A795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A960-22DE-E5A9-7830-63B79FA7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E3637-07FD-41EA-C7DB-1E60FA87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13C8-AE6B-EC91-149D-C4F99AB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6A696-6FF2-5CBD-6F28-EC15D570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9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8334D-D93A-3844-6818-5266D3B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9EED5-89A1-ACE4-55B7-3E9C29A5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3269-AD29-F734-147B-CF871F8F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F10A-D478-0EAA-0D79-6B896263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B23-CF69-1895-9367-83A95BCF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0D4B-7EEA-3448-A4D6-3B78AD01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56B4C-B757-9048-D019-358A416E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17CD-B648-BBC6-40F2-86A87DD4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5F0EB-2058-FC2E-EDCF-37CD7BC3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20EC-5AFE-8DF7-F581-AEE45E4A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9887F-796D-C2EF-5316-35FE57640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A06E-DDBD-D2B6-9290-9E50813A4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58D9-110B-23FB-23FE-284059F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8022B-6382-BE9C-A25F-0B02B02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3489-F0FC-18E2-45F1-463EFAAB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1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9BB7-6F7E-5B81-4F71-4BE77773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98EFD-6E2D-073D-2777-B8197B8AD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EA36-4478-D24E-E2AB-CF9EEA3E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C77E-E47B-EBFA-D7E2-EB8CAFC4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DF2F-19EC-AA0F-C42C-20F34B9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B8503-2440-79EE-E716-072BE6DE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F235D-189D-2752-0AD8-7B97748C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B4F1-B968-C9DC-36A0-40D3A924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1C7E-F8C8-E7B1-5AE1-6C0FD243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4DB4-9403-A5D1-815E-2C890E8D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9037D-89B3-121A-2C40-3A64E326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CA659-082C-0B10-3680-E2AAC011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4A2A-5365-7A34-B293-F60F54484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E7AAE-89D3-5444-979C-39A9910DDA2F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3B83F-380E-CA22-46AF-AE6DC794F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42CC-6023-539B-3E1C-4866E62C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9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emf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DEFE-3BD7-6534-F0FE-3E6113B8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796" y="2189079"/>
            <a:ext cx="9144000" cy="2030550"/>
          </a:xfrm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ts val="4800"/>
              </a:lnSpc>
            </a:pPr>
            <a: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Why is Additional </a:t>
            </a:r>
            <a:b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38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Validation Needed?</a:t>
            </a:r>
          </a:p>
        </p:txBody>
      </p:sp>
      <p:sp>
        <p:nvSpPr>
          <p:cNvPr id="5" name="4-point Star 4">
            <a:extLst>
              <a:ext uri="{FF2B5EF4-FFF2-40B4-BE49-F238E27FC236}">
                <a16:creationId xmlns:a16="http://schemas.microsoft.com/office/drawing/2014/main" id="{72042A47-18F1-19EA-DA4D-4B338208F7AB}"/>
              </a:ext>
            </a:extLst>
          </p:cNvPr>
          <p:cNvSpPr/>
          <p:nvPr/>
        </p:nvSpPr>
        <p:spPr>
          <a:xfrm rot="2055929">
            <a:off x="2050484" y="51778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567DD399-6D96-8282-2AF3-7548B8B8E838}"/>
              </a:ext>
            </a:extLst>
          </p:cNvPr>
          <p:cNvSpPr/>
          <p:nvPr/>
        </p:nvSpPr>
        <p:spPr>
          <a:xfrm rot="787370">
            <a:off x="6810715" y="590334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BFD952C-DB3A-88EE-1426-2396912F87A0}"/>
              </a:ext>
            </a:extLst>
          </p:cNvPr>
          <p:cNvSpPr/>
          <p:nvPr/>
        </p:nvSpPr>
        <p:spPr>
          <a:xfrm rot="20264836">
            <a:off x="675273" y="5875098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D7621-FC0B-5370-77AC-A12637AA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976C4D-1AC5-50E3-8628-B479D40EB899}"/>
              </a:ext>
            </a:extLst>
          </p:cNvPr>
          <p:cNvSpPr txBox="1">
            <a:spLocks/>
          </p:cNvSpPr>
          <p:nvPr/>
        </p:nvSpPr>
        <p:spPr>
          <a:xfrm>
            <a:off x="723796" y="4219629"/>
            <a:ext cx="9144000" cy="3919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dirty="0">
                <a:solidFill>
                  <a:srgbClr val="745A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 Web Development Bootcamp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C414DB-3942-DEA9-1FA5-EAC8880F4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81" y="2086823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22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8C3D8-2EAC-49E8-6B90-CF3C3528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BF0B2165-4029-1FAE-2158-DA5BBEE0D7BD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5CB3530-56D3-C146-CFC3-FD4487AE8A4C}"/>
              </a:ext>
            </a:extLst>
          </p:cNvPr>
          <p:cNvSpPr/>
          <p:nvPr/>
        </p:nvSpPr>
        <p:spPr>
          <a:xfrm rot="787370">
            <a:off x="11032449" y="27247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2FA8AED2-B191-E7C2-7087-66EF32F138F1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E188D0-D82A-0BF4-6AE7-0C11A8DDB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40D7905-B607-50CE-E2A1-6A9ECAA2D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Current Flow of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Request and Validation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145728-EE82-0D87-9E0C-86D7B57BB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53" y="3332736"/>
            <a:ext cx="720000" cy="7200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F85FEA-EEE9-66EB-EF52-7B1042C005E3}"/>
              </a:ext>
            </a:extLst>
          </p:cNvPr>
          <p:cNvCxnSpPr>
            <a:cxnSpLocks/>
          </p:cNvCxnSpPr>
          <p:nvPr/>
        </p:nvCxnSpPr>
        <p:spPr>
          <a:xfrm>
            <a:off x="1868354" y="3276562"/>
            <a:ext cx="1644557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AA98D4-2731-D799-1FA2-8F64B5BFE3B9}"/>
              </a:ext>
            </a:extLst>
          </p:cNvPr>
          <p:cNvCxnSpPr>
            <a:cxnSpLocks/>
          </p:cNvCxnSpPr>
          <p:nvPr/>
        </p:nvCxnSpPr>
        <p:spPr>
          <a:xfrm flipH="1">
            <a:off x="1868354" y="4158354"/>
            <a:ext cx="5412838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47ABC9D-8C8B-A581-5D36-ABD7FFEAD2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709" y="2915122"/>
            <a:ext cx="540000" cy="54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D229A6-F634-6A0B-A710-A13F6808226C}"/>
              </a:ext>
            </a:extLst>
          </p:cNvPr>
          <p:cNvSpPr txBox="1"/>
          <p:nvPr/>
        </p:nvSpPr>
        <p:spPr>
          <a:xfrm>
            <a:off x="3153275" y="3426324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 err="1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usersRouter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9C25C5-012B-D27A-1D74-4E0C239A1E67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4371504" y="2246200"/>
            <a:ext cx="2909688" cy="1030362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668C2BCD-84D1-51F0-7A52-E7D56F1526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192" y="1886200"/>
            <a:ext cx="720000" cy="720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A24BCC2-AD3F-6D65-576E-5652DCEA49E3}"/>
              </a:ext>
            </a:extLst>
          </p:cNvPr>
          <p:cNvSpPr txBox="1"/>
          <p:nvPr/>
        </p:nvSpPr>
        <p:spPr>
          <a:xfrm>
            <a:off x="6787734" y="2717392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tasksController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91A6AAE-105A-5BEF-BCA8-9AF0714BAD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192" y="3550408"/>
            <a:ext cx="720000" cy="7200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67E99EC-13D9-F8B9-2F80-F035CA113B4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4371504" y="3287431"/>
            <a:ext cx="2909688" cy="62297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A74DA7-E969-3B46-D205-ACEE3E997800}"/>
              </a:ext>
            </a:extLst>
          </p:cNvPr>
          <p:cNvSpPr txBox="1"/>
          <p:nvPr/>
        </p:nvSpPr>
        <p:spPr>
          <a:xfrm>
            <a:off x="1761611" y="2890516"/>
            <a:ext cx="936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POST /users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4C252EF-BA2B-F0EA-6551-447118F6A1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6348" y="2578178"/>
            <a:ext cx="360000" cy="36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FB0CAD2-7FAF-DBDA-CAE9-A3D2CFF58A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4184" y="2782575"/>
            <a:ext cx="720000" cy="72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8B354FE-B9C9-FEE7-ACE6-5A296CDCC6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0693" y="2778688"/>
            <a:ext cx="720000" cy="720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6E71E87-9CE2-A2D3-06AE-684A0EFC2DA3}"/>
              </a:ext>
            </a:extLst>
          </p:cNvPr>
          <p:cNvSpPr txBox="1"/>
          <p:nvPr/>
        </p:nvSpPr>
        <p:spPr>
          <a:xfrm>
            <a:off x="8859298" y="3567784"/>
            <a:ext cx="111175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User (model)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6F179F-5B54-BEF9-7524-6141D687AAF0}"/>
              </a:ext>
            </a:extLst>
          </p:cNvPr>
          <p:cNvSpPr txBox="1"/>
          <p:nvPr/>
        </p:nvSpPr>
        <p:spPr>
          <a:xfrm>
            <a:off x="10441210" y="3567784"/>
            <a:ext cx="111175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Database</a:t>
            </a: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>
                <a:solidFill>
                  <a:srgbClr val="423300"/>
                </a:solidFill>
                <a:latin typeface="Poppins Medium" pitchFamily="2" charset="77"/>
                <a:cs typeface="Poppins Medium" pitchFamily="2" charset="77"/>
              </a:rPr>
              <a:t>(MongoDB)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07EE38-CFA1-1667-377B-E8C7F04AE224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 flipV="1">
            <a:off x="8001192" y="3142575"/>
            <a:ext cx="1032992" cy="767833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B3C865-D691-0DFC-6B77-7758E57C7FC0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9754184" y="3138688"/>
            <a:ext cx="856509" cy="388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BC17EB8-BA30-3AC9-AB93-D1EC78C58EEA}"/>
              </a:ext>
            </a:extLst>
          </p:cNvPr>
          <p:cNvCxnSpPr>
            <a:cxnSpLocks/>
          </p:cNvCxnSpPr>
          <p:nvPr/>
        </p:nvCxnSpPr>
        <p:spPr>
          <a:xfrm flipH="1" flipV="1">
            <a:off x="9673829" y="3326356"/>
            <a:ext cx="936864" cy="638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57800C0-7DCC-8217-54F4-DDAA4CE85937}"/>
              </a:ext>
            </a:extLst>
          </p:cNvPr>
          <p:cNvCxnSpPr>
            <a:cxnSpLocks/>
          </p:cNvCxnSpPr>
          <p:nvPr/>
        </p:nvCxnSpPr>
        <p:spPr>
          <a:xfrm flipH="1">
            <a:off x="8032769" y="3351990"/>
            <a:ext cx="1142316" cy="80636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3EACCE4-4572-B318-B166-992AA5BB411E}"/>
              </a:ext>
            </a:extLst>
          </p:cNvPr>
          <p:cNvSpPr txBox="1"/>
          <p:nvPr/>
        </p:nvSpPr>
        <p:spPr>
          <a:xfrm>
            <a:off x="1761611" y="3740908"/>
            <a:ext cx="783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Response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F053F5-ACC1-16BD-6F09-357756B49262}"/>
              </a:ext>
            </a:extLst>
          </p:cNvPr>
          <p:cNvSpPr txBox="1"/>
          <p:nvPr/>
        </p:nvSpPr>
        <p:spPr>
          <a:xfrm>
            <a:off x="6787734" y="4290129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usersController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C9C5390-6A71-428D-4785-3257B4B87153}"/>
              </a:ext>
            </a:extLst>
          </p:cNvPr>
          <p:cNvSpPr/>
          <p:nvPr/>
        </p:nvSpPr>
        <p:spPr>
          <a:xfrm>
            <a:off x="9940054" y="2115692"/>
            <a:ext cx="404413" cy="2145412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itchFamily="2" charset="77"/>
                <a:cs typeface="Poppins" pitchFamily="2" charset="77"/>
              </a:rPr>
              <a:t>V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A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L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I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D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A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T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I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O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054462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3B3CA-87FA-9C12-CF7D-512EDD2F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206F138B-425F-32F4-D75C-DA9B48EDA281}"/>
              </a:ext>
            </a:extLst>
          </p:cNvPr>
          <p:cNvSpPr/>
          <p:nvPr/>
        </p:nvSpPr>
        <p:spPr>
          <a:xfrm rot="2055929">
            <a:off x="367381" y="1224412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53959BF6-E522-C04D-8C69-6A42A4B3446F}"/>
              </a:ext>
            </a:extLst>
          </p:cNvPr>
          <p:cNvSpPr/>
          <p:nvPr/>
        </p:nvSpPr>
        <p:spPr>
          <a:xfrm rot="787370">
            <a:off x="5143809" y="6190963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42246B06-0E55-BA8F-6C75-D748D8E6FB50}"/>
              </a:ext>
            </a:extLst>
          </p:cNvPr>
          <p:cNvSpPr/>
          <p:nvPr/>
        </p:nvSpPr>
        <p:spPr>
          <a:xfrm rot="20264836">
            <a:off x="666583" y="5561585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0C5986-3A3E-FAC4-398C-875EA3ACB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F982FB2-BFE3-E855-5AB8-D873B1E57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Problems With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Current Flow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ADF1898-95AC-8A1E-506E-CF4495E23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322" y="2930412"/>
            <a:ext cx="540000" cy="54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8057AFB-1902-6BFC-750E-14FC5F628119}"/>
              </a:ext>
            </a:extLst>
          </p:cNvPr>
          <p:cNvSpPr txBox="1"/>
          <p:nvPr/>
        </p:nvSpPr>
        <p:spPr>
          <a:xfrm>
            <a:off x="186318" y="3441614"/>
            <a:ext cx="124014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 err="1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usersRouter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AB2CC93-F93C-B118-281B-592D7806FA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2931" y="2930412"/>
            <a:ext cx="720000" cy="7200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9C55A4-37D8-177F-93E9-AFDA8A2EC9BE}"/>
              </a:ext>
            </a:extLst>
          </p:cNvPr>
          <p:cNvCxnSpPr>
            <a:cxnSpLocks/>
          </p:cNvCxnSpPr>
          <p:nvPr/>
        </p:nvCxnSpPr>
        <p:spPr>
          <a:xfrm>
            <a:off x="1242852" y="3281268"/>
            <a:ext cx="477145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6979DB21-9F71-7781-8242-27420D97EF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3177" y="2933176"/>
            <a:ext cx="720000" cy="72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9B52026-C79A-F02A-E323-D01A315367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8582" y="2800372"/>
            <a:ext cx="720000" cy="720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6C6CFC6-1D38-AA59-90DF-28A62888254F}"/>
              </a:ext>
            </a:extLst>
          </p:cNvPr>
          <p:cNvSpPr txBox="1"/>
          <p:nvPr/>
        </p:nvSpPr>
        <p:spPr>
          <a:xfrm>
            <a:off x="2887302" y="3701552"/>
            <a:ext cx="111175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User (model)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2F4A5E-2A75-0D2E-9DA8-A4A2C05319F0}"/>
              </a:ext>
            </a:extLst>
          </p:cNvPr>
          <p:cNvSpPr txBox="1"/>
          <p:nvPr/>
        </p:nvSpPr>
        <p:spPr>
          <a:xfrm>
            <a:off x="5219099" y="3589468"/>
            <a:ext cx="111175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Database</a:t>
            </a: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>
                <a:solidFill>
                  <a:srgbClr val="423300"/>
                </a:solidFill>
                <a:latin typeface="Poppins Medium" pitchFamily="2" charset="77"/>
                <a:cs typeface="Poppins Medium" pitchFamily="2" charset="77"/>
              </a:rPr>
              <a:t>(MongoDB)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BC9815-33CD-2BC5-40D7-9EE98F7E9E45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2492931" y="3290412"/>
            <a:ext cx="590246" cy="276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F91646A-1818-67E4-35CA-4EE4208F858F}"/>
              </a:ext>
            </a:extLst>
          </p:cNvPr>
          <p:cNvSpPr txBox="1"/>
          <p:nvPr/>
        </p:nvSpPr>
        <p:spPr>
          <a:xfrm>
            <a:off x="1279428" y="3677073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usersController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83FCEEE-F43D-FD34-DEA7-141A30C0BD92}"/>
              </a:ext>
            </a:extLst>
          </p:cNvPr>
          <p:cNvSpPr/>
          <p:nvPr/>
        </p:nvSpPr>
        <p:spPr>
          <a:xfrm>
            <a:off x="4402181" y="2276888"/>
            <a:ext cx="380132" cy="2029936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itchFamily="2" charset="77"/>
                <a:cs typeface="Poppins" pitchFamily="2" charset="77"/>
              </a:rPr>
              <a:t>V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A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L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I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D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A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T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I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O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A4E50CA-E6BE-AD2D-953F-BF2DF04C0DF5}"/>
              </a:ext>
            </a:extLst>
          </p:cNvPr>
          <p:cNvCxnSpPr>
            <a:cxnSpLocks/>
          </p:cNvCxnSpPr>
          <p:nvPr/>
        </p:nvCxnSpPr>
        <p:spPr>
          <a:xfrm>
            <a:off x="3858036" y="3281268"/>
            <a:ext cx="477145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6C985A-8F08-D61B-6F2C-7C4F0DFBDA68}"/>
              </a:ext>
            </a:extLst>
          </p:cNvPr>
          <p:cNvCxnSpPr>
            <a:cxnSpLocks/>
          </p:cNvCxnSpPr>
          <p:nvPr/>
        </p:nvCxnSpPr>
        <p:spPr>
          <a:xfrm>
            <a:off x="4873020" y="3281268"/>
            <a:ext cx="477145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5B47231-1707-785E-72AF-BF77FA07306D}"/>
              </a:ext>
            </a:extLst>
          </p:cNvPr>
          <p:cNvSpPr txBox="1"/>
          <p:nvPr/>
        </p:nvSpPr>
        <p:spPr>
          <a:xfrm>
            <a:off x="6545464" y="1394242"/>
            <a:ext cx="5240235" cy="4266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Scope Limitation: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Mongoose validations only apply at the data layer, not immediately upon receiving data. </a:t>
            </a: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Performance: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Validation delays occur right before database operations, potentially wasting resources. </a:t>
            </a: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Error Handling: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Mongoose errors are intermixed with database errors, complicating response management. </a:t>
            </a: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Pre-Processing Lack: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Incoming data isn't validated until it reaches the model, skipping early checks. </a:t>
            </a: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Customization Limits: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Complex validations are hard to implement and manage with Mongoose alone. </a:t>
            </a:r>
          </a:p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Scalability Issues: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Managing validations becomes challenging as application complexity increases.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39044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C3FD4-1988-F4C8-FCE9-7269A46AC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929E0406-B5E4-148E-58E6-24F3B45E68DE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F53D0D29-0BB5-5865-5218-37682333F77B}"/>
              </a:ext>
            </a:extLst>
          </p:cNvPr>
          <p:cNvSpPr/>
          <p:nvPr/>
        </p:nvSpPr>
        <p:spPr>
          <a:xfrm rot="787370">
            <a:off x="11032449" y="27247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C1D8D8E-A3E1-A0FF-4A38-290FC177B30A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246C85-693C-60A2-7EA3-30C6CB4A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8D106F6-4861-8B47-BA8E-02762F18F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Correct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Point of Validation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4505F-E525-7292-6F21-28606F88F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53" y="3332736"/>
            <a:ext cx="720000" cy="7200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0C4AE8-61E7-DE4C-4CAF-CD61FFD1B9C3}"/>
              </a:ext>
            </a:extLst>
          </p:cNvPr>
          <p:cNvCxnSpPr>
            <a:cxnSpLocks/>
          </p:cNvCxnSpPr>
          <p:nvPr/>
        </p:nvCxnSpPr>
        <p:spPr>
          <a:xfrm>
            <a:off x="1868354" y="3276562"/>
            <a:ext cx="1644557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E1905B-BA11-2EC3-E42E-76FDEF480527}"/>
              </a:ext>
            </a:extLst>
          </p:cNvPr>
          <p:cNvCxnSpPr>
            <a:cxnSpLocks/>
          </p:cNvCxnSpPr>
          <p:nvPr/>
        </p:nvCxnSpPr>
        <p:spPr>
          <a:xfrm flipH="1">
            <a:off x="1868354" y="4158354"/>
            <a:ext cx="3951563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022A682-AB47-B527-11BB-58F35B8AE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709" y="2915122"/>
            <a:ext cx="540000" cy="54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C8E283-628B-AA73-5167-15B3F6D20DA3}"/>
              </a:ext>
            </a:extLst>
          </p:cNvPr>
          <p:cNvSpPr txBox="1"/>
          <p:nvPr/>
        </p:nvSpPr>
        <p:spPr>
          <a:xfrm>
            <a:off x="3153275" y="3426324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 err="1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usersRouter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8B8EDB0-E6F0-FDE9-73D3-C04E7F942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192" y="1886200"/>
            <a:ext cx="720000" cy="720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7BAD615-8B23-DA8C-0383-CD9B77274D17}"/>
              </a:ext>
            </a:extLst>
          </p:cNvPr>
          <p:cNvSpPr txBox="1"/>
          <p:nvPr/>
        </p:nvSpPr>
        <p:spPr>
          <a:xfrm>
            <a:off x="6787734" y="2717392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tasksController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2E86DB-78D7-A191-908B-EE467F080A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192" y="3550408"/>
            <a:ext cx="720000" cy="7200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DD2011-9D09-0035-C935-303A5FCBFA9A}"/>
              </a:ext>
            </a:extLst>
          </p:cNvPr>
          <p:cNvCxnSpPr>
            <a:cxnSpLocks/>
          </p:cNvCxnSpPr>
          <p:nvPr/>
        </p:nvCxnSpPr>
        <p:spPr>
          <a:xfrm>
            <a:off x="4371504" y="3287431"/>
            <a:ext cx="1502563" cy="485142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FEEA41D-49C2-CF5E-BCFE-510BD6D34344}"/>
              </a:ext>
            </a:extLst>
          </p:cNvPr>
          <p:cNvSpPr txBox="1"/>
          <p:nvPr/>
        </p:nvSpPr>
        <p:spPr>
          <a:xfrm>
            <a:off x="1761611" y="2890516"/>
            <a:ext cx="936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POST /users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5FCF453-C5DD-4409-BE78-6DEBBC88C5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4184" y="2782575"/>
            <a:ext cx="720000" cy="72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626D11B-200E-2971-22F6-E1EF84BC49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10693" y="2778688"/>
            <a:ext cx="720000" cy="720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A89A375-906E-4490-B00B-6B65D8DB57F6}"/>
              </a:ext>
            </a:extLst>
          </p:cNvPr>
          <p:cNvSpPr txBox="1"/>
          <p:nvPr/>
        </p:nvSpPr>
        <p:spPr>
          <a:xfrm>
            <a:off x="8859298" y="3567784"/>
            <a:ext cx="111175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User (model)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AB13E5-15D3-13B6-4A40-200B82B80AAD}"/>
              </a:ext>
            </a:extLst>
          </p:cNvPr>
          <p:cNvSpPr txBox="1"/>
          <p:nvPr/>
        </p:nvSpPr>
        <p:spPr>
          <a:xfrm>
            <a:off x="10441210" y="3567784"/>
            <a:ext cx="111175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Database</a:t>
            </a:r>
          </a:p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dirty="0">
                <a:solidFill>
                  <a:srgbClr val="423300"/>
                </a:solidFill>
                <a:latin typeface="Poppins Medium" pitchFamily="2" charset="77"/>
                <a:cs typeface="Poppins Medium" pitchFamily="2" charset="77"/>
              </a:rPr>
              <a:t>(MongoDB)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A10768-1BB1-FD21-F70E-7124583CDCD5}"/>
              </a:ext>
            </a:extLst>
          </p:cNvPr>
          <p:cNvSpPr txBox="1"/>
          <p:nvPr/>
        </p:nvSpPr>
        <p:spPr>
          <a:xfrm>
            <a:off x="1761611" y="3740908"/>
            <a:ext cx="783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Response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9B535B-54BA-700B-5656-18A7C6057F76}"/>
              </a:ext>
            </a:extLst>
          </p:cNvPr>
          <p:cNvSpPr txBox="1"/>
          <p:nvPr/>
        </p:nvSpPr>
        <p:spPr>
          <a:xfrm>
            <a:off x="6787734" y="4290129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usersController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36D8F1B-A204-DDB3-E161-CA0926C4C08F}"/>
              </a:ext>
            </a:extLst>
          </p:cNvPr>
          <p:cNvSpPr/>
          <p:nvPr/>
        </p:nvSpPr>
        <p:spPr>
          <a:xfrm>
            <a:off x="6125987" y="2814727"/>
            <a:ext cx="404413" cy="2108836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itchFamily="2" charset="77"/>
                <a:cs typeface="Poppins" pitchFamily="2" charset="77"/>
              </a:rPr>
              <a:t>V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A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L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I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D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A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T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I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O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221CF77-3C03-57EA-134A-E250F7982A05}"/>
              </a:ext>
            </a:extLst>
          </p:cNvPr>
          <p:cNvCxnSpPr>
            <a:cxnSpLocks/>
          </p:cNvCxnSpPr>
          <p:nvPr/>
        </p:nvCxnSpPr>
        <p:spPr>
          <a:xfrm>
            <a:off x="6656482" y="3965272"/>
            <a:ext cx="590246" cy="276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60B05AC0-B302-691B-D4F7-6BCFBFB329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0400" y="3798514"/>
            <a:ext cx="360000" cy="3600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FE8437-97C2-0C91-5EBE-2F000E126163}"/>
              </a:ext>
            </a:extLst>
          </p:cNvPr>
          <p:cNvCxnSpPr>
            <a:cxnSpLocks/>
          </p:cNvCxnSpPr>
          <p:nvPr/>
        </p:nvCxnSpPr>
        <p:spPr>
          <a:xfrm flipV="1">
            <a:off x="8001192" y="3142575"/>
            <a:ext cx="1032992" cy="767833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277BB0-2A1F-BC8B-7A7A-947315A06B04}"/>
              </a:ext>
            </a:extLst>
          </p:cNvPr>
          <p:cNvCxnSpPr>
            <a:cxnSpLocks/>
          </p:cNvCxnSpPr>
          <p:nvPr/>
        </p:nvCxnSpPr>
        <p:spPr>
          <a:xfrm flipV="1">
            <a:off x="9754184" y="3138688"/>
            <a:ext cx="856509" cy="388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B06F05-9BD6-B18C-DAB1-15A422231D20}"/>
              </a:ext>
            </a:extLst>
          </p:cNvPr>
          <p:cNvCxnSpPr>
            <a:cxnSpLocks/>
          </p:cNvCxnSpPr>
          <p:nvPr/>
        </p:nvCxnSpPr>
        <p:spPr>
          <a:xfrm flipH="1" flipV="1">
            <a:off x="9673829" y="3326356"/>
            <a:ext cx="936864" cy="638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4D360B-8AF8-015D-5C59-7277B659C687}"/>
              </a:ext>
            </a:extLst>
          </p:cNvPr>
          <p:cNvCxnSpPr>
            <a:cxnSpLocks/>
          </p:cNvCxnSpPr>
          <p:nvPr/>
        </p:nvCxnSpPr>
        <p:spPr>
          <a:xfrm flipH="1">
            <a:off x="8032769" y="3351990"/>
            <a:ext cx="1142316" cy="80636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7B1BEE7-49E7-B13B-1B14-7456D0410618}"/>
              </a:ext>
            </a:extLst>
          </p:cNvPr>
          <p:cNvSpPr/>
          <p:nvPr/>
        </p:nvSpPr>
        <p:spPr>
          <a:xfrm>
            <a:off x="9940054" y="2133980"/>
            <a:ext cx="404413" cy="2108836"/>
          </a:xfrm>
          <a:prstGeom prst="roundRect">
            <a:avLst/>
          </a:prstGeom>
          <a:solidFill>
            <a:srgbClr val="423300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" pitchFamily="2" charset="77"/>
                <a:cs typeface="Poppins" pitchFamily="2" charset="77"/>
              </a:rPr>
              <a:t>V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A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L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I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D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A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T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I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O</a:t>
            </a:r>
            <a:br>
              <a:rPr lang="en-US" sz="1200" dirty="0">
                <a:latin typeface="Poppins" pitchFamily="2" charset="77"/>
                <a:cs typeface="Poppins" pitchFamily="2" charset="77"/>
              </a:rPr>
            </a:br>
            <a:r>
              <a:rPr lang="en-US" sz="1200" dirty="0">
                <a:latin typeface="Poppins" pitchFamily="2" charset="77"/>
                <a:cs typeface="Poppins" pitchFamily="2" charset="77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635129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6371</TotalTime>
  <Words>235</Words>
  <Application>Microsoft Macintosh PowerPoint</Application>
  <PresentationFormat>Widescreen</PresentationFormat>
  <Paragraphs>39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Poppins</vt:lpstr>
      <vt:lpstr>Poppins Medium</vt:lpstr>
      <vt:lpstr>Poppins SemiBold</vt:lpstr>
      <vt:lpstr>Office Theme</vt:lpstr>
      <vt:lpstr>Why is Additional  Validation Needed?</vt:lpstr>
      <vt:lpstr>Current Flow of Request and Validation</vt:lpstr>
      <vt:lpstr>Problems With Current Flow</vt:lpstr>
      <vt:lpstr>Correct Point of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NESTJS</dc:title>
  <dc:creator>Microsoft Office User</dc:creator>
  <cp:lastModifiedBy>Microsoft Office User</cp:lastModifiedBy>
  <cp:revision>707</cp:revision>
  <dcterms:created xsi:type="dcterms:W3CDTF">2024-02-28T11:24:07Z</dcterms:created>
  <dcterms:modified xsi:type="dcterms:W3CDTF">2024-11-26T08:40:17Z</dcterms:modified>
</cp:coreProperties>
</file>