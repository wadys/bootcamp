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337" r:id="rId3"/>
    <p:sldId id="332" r:id="rId4"/>
    <p:sldId id="338" r:id="rId5"/>
    <p:sldId id="33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3300"/>
    <a:srgbClr val="745A00"/>
    <a:srgbClr val="61456A"/>
    <a:srgbClr val="C55A11"/>
    <a:srgbClr val="AD6513"/>
    <a:srgbClr val="FCC613"/>
    <a:srgbClr val="FFDD6D"/>
    <a:srgbClr val="DD53F8"/>
    <a:srgbClr val="E100FF"/>
    <a:srgbClr val="E85E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p:restoredTop sz="91166"/>
  </p:normalViewPr>
  <p:slideViewPr>
    <p:cSldViewPr snapToGrid="0" showGuides="1">
      <p:cViewPr varScale="1">
        <p:scale>
          <a:sx n="80" d="100"/>
          <a:sy n="80" d="100"/>
        </p:scale>
        <p:origin x="1624" y="192"/>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CAFF5F-4593-4642-B263-46DC71846A50}" type="datetimeFigureOut">
              <a:rPr lang="en-US" smtClean="0"/>
              <a:t>11/15/24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ED73B4-3B7A-5C47-BA0A-325276D0DB7E}" type="slidenum">
              <a:rPr lang="en-US" smtClean="0"/>
              <a:t>‹#›</a:t>
            </a:fld>
            <a:endParaRPr lang="en-US"/>
          </a:p>
        </p:txBody>
      </p:sp>
    </p:spTree>
    <p:extLst>
      <p:ext uri="{BB962C8B-B14F-4D97-AF65-F5344CB8AC3E}">
        <p14:creationId xmlns:p14="http://schemas.microsoft.com/office/powerpoint/2010/main" val="3036001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E1D3C-F1CF-1B38-E943-08FECC208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3AF362-480E-FEFA-9F30-46761D199D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F90639-2AB4-4809-DA02-655F529FD47C}"/>
              </a:ext>
            </a:extLst>
          </p:cNvPr>
          <p:cNvSpPr>
            <a:spLocks noGrp="1"/>
          </p:cNvSpPr>
          <p:nvPr>
            <p:ph type="body" idx="1"/>
          </p:nvPr>
        </p:nvSpPr>
        <p:spPr/>
        <p:txBody>
          <a:bodyPr/>
          <a:lstStyle/>
          <a:p>
            <a:r>
              <a:rPr lang="en-US" dirty="0"/>
              <a:t>https://</a:t>
            </a:r>
            <a:r>
              <a:rPr lang="en-US" dirty="0" err="1"/>
              <a:t>github.com</a:t>
            </a:r>
            <a:r>
              <a:rPr lang="en-US" dirty="0"/>
              <a:t>/</a:t>
            </a:r>
            <a:r>
              <a:rPr lang="en-US" noProof="0" dirty="0"/>
              <a:t>john-</a:t>
            </a:r>
            <a:r>
              <a:rPr lang="en-US" noProof="0" dirty="0" err="1"/>
              <a:t>smilga</a:t>
            </a:r>
            <a:r>
              <a:rPr lang="en-US" dirty="0"/>
              <a:t>/</a:t>
            </a:r>
            <a:r>
              <a:rPr lang="en-US" dirty="0" err="1"/>
              <a:t>javascript</a:t>
            </a:r>
            <a:r>
              <a:rPr lang="en-US" dirty="0"/>
              <a:t>-basic-projects</a:t>
            </a:r>
          </a:p>
          <a:p>
            <a:r>
              <a:rPr lang="en-US" dirty="0"/>
              <a:t>https://</a:t>
            </a:r>
            <a:r>
              <a:rPr lang="en-US" dirty="0" err="1"/>
              <a:t>zerotomastery.io</a:t>
            </a:r>
            <a:r>
              <a:rPr lang="en-US" dirty="0"/>
              <a:t>/blog/</a:t>
            </a:r>
            <a:r>
              <a:rPr lang="en-US" dirty="0" err="1"/>
              <a:t>javascript</a:t>
            </a:r>
            <a:r>
              <a:rPr lang="en-US" dirty="0"/>
              <a:t>-practice-projects/##2.-Create-a-calculator</a:t>
            </a:r>
          </a:p>
          <a:p>
            <a:endParaRPr lang="en-US" dirty="0"/>
          </a:p>
          <a:p>
            <a:endParaRPr lang="en-US" dirty="0"/>
          </a:p>
        </p:txBody>
      </p:sp>
      <p:sp>
        <p:nvSpPr>
          <p:cNvPr id="4" name="Slide Number Placeholder 3">
            <a:extLst>
              <a:ext uri="{FF2B5EF4-FFF2-40B4-BE49-F238E27FC236}">
                <a16:creationId xmlns:a16="http://schemas.microsoft.com/office/drawing/2014/main" id="{1A4C4E56-A5B2-B60C-CB1E-CB3ED3369B83}"/>
              </a:ext>
            </a:extLst>
          </p:cNvPr>
          <p:cNvSpPr>
            <a:spLocks noGrp="1"/>
          </p:cNvSpPr>
          <p:nvPr>
            <p:ph type="sldNum" sz="quarter" idx="5"/>
          </p:nvPr>
        </p:nvSpPr>
        <p:spPr/>
        <p:txBody>
          <a:bodyPr/>
          <a:lstStyle/>
          <a:p>
            <a:fld id="{80ED73B4-3B7A-5C47-BA0A-325276D0DB7E}" type="slidenum">
              <a:rPr lang="en-US" smtClean="0"/>
              <a:t>2</a:t>
            </a:fld>
            <a:endParaRPr lang="en-US"/>
          </a:p>
        </p:txBody>
      </p:sp>
    </p:spTree>
    <p:extLst>
      <p:ext uri="{BB962C8B-B14F-4D97-AF65-F5344CB8AC3E}">
        <p14:creationId xmlns:p14="http://schemas.microsoft.com/office/powerpoint/2010/main" val="17928961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github.com</a:t>
            </a:r>
            <a:r>
              <a:rPr lang="en-US" dirty="0"/>
              <a:t>/</a:t>
            </a:r>
            <a:r>
              <a:rPr lang="en-US" noProof="0" dirty="0"/>
              <a:t>john-</a:t>
            </a:r>
            <a:r>
              <a:rPr lang="en-US" noProof="0" dirty="0" err="1"/>
              <a:t>smilga</a:t>
            </a:r>
            <a:r>
              <a:rPr lang="en-US" dirty="0"/>
              <a:t>/</a:t>
            </a:r>
            <a:r>
              <a:rPr lang="en-US" dirty="0" err="1"/>
              <a:t>javascript</a:t>
            </a:r>
            <a:r>
              <a:rPr lang="en-US" dirty="0"/>
              <a:t>-basic-projects</a:t>
            </a:r>
          </a:p>
          <a:p>
            <a:r>
              <a:rPr lang="en-US" dirty="0"/>
              <a:t>https://</a:t>
            </a:r>
            <a:r>
              <a:rPr lang="en-US" dirty="0" err="1"/>
              <a:t>zerotomastery.io</a:t>
            </a:r>
            <a:r>
              <a:rPr lang="en-US" dirty="0"/>
              <a:t>/blog/</a:t>
            </a:r>
            <a:r>
              <a:rPr lang="en-US" dirty="0" err="1"/>
              <a:t>javascript</a:t>
            </a:r>
            <a:r>
              <a:rPr lang="en-US" dirty="0"/>
              <a:t>-practice-projects/##2.-Create-a-calculator</a:t>
            </a:r>
          </a:p>
          <a:p>
            <a:endParaRPr lang="en-US" dirty="0"/>
          </a:p>
          <a:p>
            <a:endParaRPr lang="en-US" dirty="0"/>
          </a:p>
        </p:txBody>
      </p:sp>
      <p:sp>
        <p:nvSpPr>
          <p:cNvPr id="4" name="Slide Number Placeholder 3"/>
          <p:cNvSpPr>
            <a:spLocks noGrp="1"/>
          </p:cNvSpPr>
          <p:nvPr>
            <p:ph type="sldNum" sz="quarter" idx="5"/>
          </p:nvPr>
        </p:nvSpPr>
        <p:spPr/>
        <p:txBody>
          <a:bodyPr/>
          <a:lstStyle/>
          <a:p>
            <a:fld id="{80ED73B4-3B7A-5C47-BA0A-325276D0DB7E}" type="slidenum">
              <a:rPr lang="en-US" smtClean="0"/>
              <a:t>3</a:t>
            </a:fld>
            <a:endParaRPr lang="en-US"/>
          </a:p>
        </p:txBody>
      </p:sp>
    </p:spTree>
    <p:extLst>
      <p:ext uri="{BB962C8B-B14F-4D97-AF65-F5344CB8AC3E}">
        <p14:creationId xmlns:p14="http://schemas.microsoft.com/office/powerpoint/2010/main" val="3669966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DFD4B-031E-46C1-A904-3766A5D44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B73CF-13A7-927D-82D5-5D2C988D59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CDDFC-4F7A-B436-075D-9B1D5A47F9ED}"/>
              </a:ext>
            </a:extLst>
          </p:cNvPr>
          <p:cNvSpPr>
            <a:spLocks noGrp="1"/>
          </p:cNvSpPr>
          <p:nvPr>
            <p:ph type="body" idx="1"/>
          </p:nvPr>
        </p:nvSpPr>
        <p:spPr/>
        <p:txBody>
          <a:bodyPr/>
          <a:lstStyle/>
          <a:p>
            <a:r>
              <a:rPr lang="en-US" dirty="0"/>
              <a:t>https://</a:t>
            </a:r>
            <a:r>
              <a:rPr lang="en-US" dirty="0" err="1"/>
              <a:t>github.com</a:t>
            </a:r>
            <a:r>
              <a:rPr lang="en-US" dirty="0"/>
              <a:t>/</a:t>
            </a:r>
            <a:r>
              <a:rPr lang="en-US" noProof="0" dirty="0"/>
              <a:t>john-</a:t>
            </a:r>
            <a:r>
              <a:rPr lang="en-US" noProof="0" dirty="0" err="1"/>
              <a:t>smilga</a:t>
            </a:r>
            <a:r>
              <a:rPr lang="en-US" dirty="0"/>
              <a:t>/</a:t>
            </a:r>
            <a:r>
              <a:rPr lang="en-US" dirty="0" err="1"/>
              <a:t>javascript</a:t>
            </a:r>
            <a:r>
              <a:rPr lang="en-US" dirty="0"/>
              <a:t>-basic-projects</a:t>
            </a:r>
          </a:p>
          <a:p>
            <a:r>
              <a:rPr lang="en-US" dirty="0"/>
              <a:t>https://</a:t>
            </a:r>
            <a:r>
              <a:rPr lang="en-US" dirty="0" err="1"/>
              <a:t>zerotomastery.io</a:t>
            </a:r>
            <a:r>
              <a:rPr lang="en-US" dirty="0"/>
              <a:t>/blog/</a:t>
            </a:r>
            <a:r>
              <a:rPr lang="en-US" dirty="0" err="1"/>
              <a:t>javascript</a:t>
            </a:r>
            <a:r>
              <a:rPr lang="en-US" dirty="0"/>
              <a:t>-practice-projects/##2.-Create-a-calculator</a:t>
            </a:r>
          </a:p>
          <a:p>
            <a:endParaRPr lang="en-US" dirty="0"/>
          </a:p>
          <a:p>
            <a:endParaRPr lang="en-US" dirty="0"/>
          </a:p>
        </p:txBody>
      </p:sp>
      <p:sp>
        <p:nvSpPr>
          <p:cNvPr id="4" name="Slide Number Placeholder 3">
            <a:extLst>
              <a:ext uri="{FF2B5EF4-FFF2-40B4-BE49-F238E27FC236}">
                <a16:creationId xmlns:a16="http://schemas.microsoft.com/office/drawing/2014/main" id="{5A229AF6-0278-123E-48E2-F2C486A80289}"/>
              </a:ext>
            </a:extLst>
          </p:cNvPr>
          <p:cNvSpPr>
            <a:spLocks noGrp="1"/>
          </p:cNvSpPr>
          <p:nvPr>
            <p:ph type="sldNum" sz="quarter" idx="5"/>
          </p:nvPr>
        </p:nvSpPr>
        <p:spPr/>
        <p:txBody>
          <a:bodyPr/>
          <a:lstStyle/>
          <a:p>
            <a:fld id="{80ED73B4-3B7A-5C47-BA0A-325276D0DB7E}" type="slidenum">
              <a:rPr lang="en-US" smtClean="0"/>
              <a:t>4</a:t>
            </a:fld>
            <a:endParaRPr lang="en-US"/>
          </a:p>
        </p:txBody>
      </p:sp>
    </p:spTree>
    <p:extLst>
      <p:ext uri="{BB962C8B-B14F-4D97-AF65-F5344CB8AC3E}">
        <p14:creationId xmlns:p14="http://schemas.microsoft.com/office/powerpoint/2010/main" val="505334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14B0-5224-B0DF-7293-F406631750C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48810A-B6B9-C0BD-1265-DFCF181465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8519265-9BFA-1BC2-CDD6-47A3F947ED64}"/>
              </a:ext>
            </a:extLst>
          </p:cNvPr>
          <p:cNvSpPr>
            <a:spLocks noGrp="1"/>
          </p:cNvSpPr>
          <p:nvPr>
            <p:ph type="dt" sz="half" idx="10"/>
          </p:nvPr>
        </p:nvSpPr>
        <p:spPr/>
        <p:txBody>
          <a:bodyPr/>
          <a:lstStyle/>
          <a:p>
            <a:fld id="{A0CE7AAE-89D3-5444-979C-39A9910DDA2F}" type="datetimeFigureOut">
              <a:rPr lang="en-US" smtClean="0"/>
              <a:t>11/15/24</a:t>
            </a:fld>
            <a:endParaRPr lang="en-US"/>
          </a:p>
        </p:txBody>
      </p:sp>
      <p:sp>
        <p:nvSpPr>
          <p:cNvPr id="5" name="Footer Placeholder 4">
            <a:extLst>
              <a:ext uri="{FF2B5EF4-FFF2-40B4-BE49-F238E27FC236}">
                <a16:creationId xmlns:a16="http://schemas.microsoft.com/office/drawing/2014/main" id="{3CE74205-5F65-3747-0E48-5926F2DAE2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49A60-B65A-047C-1901-9E58799F46D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041942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10753-60BE-D4E8-DF98-50EB8781B32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4FF022-9CC0-F395-2126-25FD48B7EA0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C5A9DC-7053-2EC2-614A-ACE263E42A17}"/>
              </a:ext>
            </a:extLst>
          </p:cNvPr>
          <p:cNvSpPr>
            <a:spLocks noGrp="1"/>
          </p:cNvSpPr>
          <p:nvPr>
            <p:ph type="dt" sz="half" idx="10"/>
          </p:nvPr>
        </p:nvSpPr>
        <p:spPr/>
        <p:txBody>
          <a:bodyPr/>
          <a:lstStyle/>
          <a:p>
            <a:fld id="{A0CE7AAE-89D3-5444-979C-39A9910DDA2F}" type="datetimeFigureOut">
              <a:rPr lang="en-US" smtClean="0"/>
              <a:t>11/15/24</a:t>
            </a:fld>
            <a:endParaRPr lang="en-US"/>
          </a:p>
        </p:txBody>
      </p:sp>
      <p:sp>
        <p:nvSpPr>
          <p:cNvPr id="5" name="Footer Placeholder 4">
            <a:extLst>
              <a:ext uri="{FF2B5EF4-FFF2-40B4-BE49-F238E27FC236}">
                <a16:creationId xmlns:a16="http://schemas.microsoft.com/office/drawing/2014/main" id="{2A487403-D3DF-EED7-AC4A-58DC6ACD6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4F9626-CF06-4327-1460-B41D736AD62E}"/>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72489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58E38-3DF8-0E50-B41F-24E2F9647C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0DF70C4-F003-C288-3E3B-F320E8EDA2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9AF0F96-1D0B-7BE6-0DA5-722FDD17D8A8}"/>
              </a:ext>
            </a:extLst>
          </p:cNvPr>
          <p:cNvSpPr>
            <a:spLocks noGrp="1"/>
          </p:cNvSpPr>
          <p:nvPr>
            <p:ph type="dt" sz="half" idx="10"/>
          </p:nvPr>
        </p:nvSpPr>
        <p:spPr/>
        <p:txBody>
          <a:bodyPr/>
          <a:lstStyle/>
          <a:p>
            <a:fld id="{A0CE7AAE-89D3-5444-979C-39A9910DDA2F}" type="datetimeFigureOut">
              <a:rPr lang="en-US" smtClean="0"/>
              <a:t>11/15/24</a:t>
            </a:fld>
            <a:endParaRPr lang="en-US"/>
          </a:p>
        </p:txBody>
      </p:sp>
      <p:sp>
        <p:nvSpPr>
          <p:cNvPr id="5" name="Footer Placeholder 4">
            <a:extLst>
              <a:ext uri="{FF2B5EF4-FFF2-40B4-BE49-F238E27FC236}">
                <a16:creationId xmlns:a16="http://schemas.microsoft.com/office/drawing/2014/main" id="{8FBFA99A-36B8-13EE-009B-F71B62B1EA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75676F-30E5-E5C7-0601-07574EB2D6D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391519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4B8B2-55D6-055B-5C09-E65DD8C951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75256CA-6EF2-B2E8-7D4B-52ECBC95853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D456E81-36C0-EE8A-9E4E-8470ED18AAD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C4A4CF9-8A85-9602-5D37-E5036C3F74B5}"/>
              </a:ext>
            </a:extLst>
          </p:cNvPr>
          <p:cNvSpPr>
            <a:spLocks noGrp="1"/>
          </p:cNvSpPr>
          <p:nvPr>
            <p:ph type="dt" sz="half" idx="10"/>
          </p:nvPr>
        </p:nvSpPr>
        <p:spPr/>
        <p:txBody>
          <a:bodyPr/>
          <a:lstStyle/>
          <a:p>
            <a:fld id="{A0CE7AAE-89D3-5444-979C-39A9910DDA2F}" type="datetimeFigureOut">
              <a:rPr lang="en-US" smtClean="0"/>
              <a:t>11/15/24</a:t>
            </a:fld>
            <a:endParaRPr lang="en-US"/>
          </a:p>
        </p:txBody>
      </p:sp>
      <p:sp>
        <p:nvSpPr>
          <p:cNvPr id="6" name="Footer Placeholder 5">
            <a:extLst>
              <a:ext uri="{FF2B5EF4-FFF2-40B4-BE49-F238E27FC236}">
                <a16:creationId xmlns:a16="http://schemas.microsoft.com/office/drawing/2014/main" id="{E3A8346B-1F76-4AD0-4C90-AD7234282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91F1-5E0B-7A68-8722-F1575298775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927745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BFBBD-1722-4224-F9BB-8EBD1C001F3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354CB22-1AE7-CA9A-D0DC-DC783753CB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E55AA36-5AC2-7491-7C18-242609E9FE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0A99B3A-36E2-CFCE-6301-878B769EC1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1E6ABAF-F340-A78E-DFD6-A0867F846F7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FF998BD-30CD-7920-E753-C252CA2B2BBA}"/>
              </a:ext>
            </a:extLst>
          </p:cNvPr>
          <p:cNvSpPr>
            <a:spLocks noGrp="1"/>
          </p:cNvSpPr>
          <p:nvPr>
            <p:ph type="dt" sz="half" idx="10"/>
          </p:nvPr>
        </p:nvSpPr>
        <p:spPr/>
        <p:txBody>
          <a:bodyPr/>
          <a:lstStyle/>
          <a:p>
            <a:fld id="{A0CE7AAE-89D3-5444-979C-39A9910DDA2F}" type="datetimeFigureOut">
              <a:rPr lang="en-US" smtClean="0"/>
              <a:t>11/15/24</a:t>
            </a:fld>
            <a:endParaRPr lang="en-US"/>
          </a:p>
        </p:txBody>
      </p:sp>
      <p:sp>
        <p:nvSpPr>
          <p:cNvPr id="8" name="Footer Placeholder 7">
            <a:extLst>
              <a:ext uri="{FF2B5EF4-FFF2-40B4-BE49-F238E27FC236}">
                <a16:creationId xmlns:a16="http://schemas.microsoft.com/office/drawing/2014/main" id="{3AA7ABC1-3752-46E5-F1AF-00F01D4BE0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2F4455-339C-F08F-C4CD-B3F2A7952737}"/>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504233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AA960-22DE-E5A9-7830-63B79FA7472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71E3637-07FD-41EA-C7DB-1E60FA870257}"/>
              </a:ext>
            </a:extLst>
          </p:cNvPr>
          <p:cNvSpPr>
            <a:spLocks noGrp="1"/>
          </p:cNvSpPr>
          <p:nvPr>
            <p:ph type="dt" sz="half" idx="10"/>
          </p:nvPr>
        </p:nvSpPr>
        <p:spPr/>
        <p:txBody>
          <a:bodyPr/>
          <a:lstStyle/>
          <a:p>
            <a:fld id="{A0CE7AAE-89D3-5444-979C-39A9910DDA2F}" type="datetimeFigureOut">
              <a:rPr lang="en-US" smtClean="0"/>
              <a:t>11/15/24</a:t>
            </a:fld>
            <a:endParaRPr lang="en-US"/>
          </a:p>
        </p:txBody>
      </p:sp>
      <p:sp>
        <p:nvSpPr>
          <p:cNvPr id="4" name="Footer Placeholder 3">
            <a:extLst>
              <a:ext uri="{FF2B5EF4-FFF2-40B4-BE49-F238E27FC236}">
                <a16:creationId xmlns:a16="http://schemas.microsoft.com/office/drawing/2014/main" id="{201F13C8-AE6B-EC91-149D-C4F99AB0D4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F6A696-6FF2-5CBD-6F28-EC15D5709D21}"/>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56809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68334D-D93A-3844-6818-5266D3B3D6E9}"/>
              </a:ext>
            </a:extLst>
          </p:cNvPr>
          <p:cNvSpPr>
            <a:spLocks noGrp="1"/>
          </p:cNvSpPr>
          <p:nvPr>
            <p:ph type="dt" sz="half" idx="10"/>
          </p:nvPr>
        </p:nvSpPr>
        <p:spPr/>
        <p:txBody>
          <a:bodyPr/>
          <a:lstStyle/>
          <a:p>
            <a:fld id="{A0CE7AAE-89D3-5444-979C-39A9910DDA2F}" type="datetimeFigureOut">
              <a:rPr lang="en-US" smtClean="0"/>
              <a:t>11/15/24</a:t>
            </a:fld>
            <a:endParaRPr lang="en-US"/>
          </a:p>
        </p:txBody>
      </p:sp>
      <p:sp>
        <p:nvSpPr>
          <p:cNvPr id="3" name="Footer Placeholder 2">
            <a:extLst>
              <a:ext uri="{FF2B5EF4-FFF2-40B4-BE49-F238E27FC236}">
                <a16:creationId xmlns:a16="http://schemas.microsoft.com/office/drawing/2014/main" id="{5FB9EED5-89A1-ACE4-55B7-3E9C29A57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EA3269-AD29-F734-147B-CF871F8F93D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93418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EF10A-D478-0EAA-0D79-6B896263640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0101B23-CF69-1895-9367-83A95BCF1C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E200D4B-7EEA-3448-A4D6-3B78AD012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A856B4C-B757-9048-D019-358A416E5641}"/>
              </a:ext>
            </a:extLst>
          </p:cNvPr>
          <p:cNvSpPr>
            <a:spLocks noGrp="1"/>
          </p:cNvSpPr>
          <p:nvPr>
            <p:ph type="dt" sz="half" idx="10"/>
          </p:nvPr>
        </p:nvSpPr>
        <p:spPr/>
        <p:txBody>
          <a:bodyPr/>
          <a:lstStyle/>
          <a:p>
            <a:fld id="{A0CE7AAE-89D3-5444-979C-39A9910DDA2F}" type="datetimeFigureOut">
              <a:rPr lang="en-US" smtClean="0"/>
              <a:t>11/15/24</a:t>
            </a:fld>
            <a:endParaRPr lang="en-US"/>
          </a:p>
        </p:txBody>
      </p:sp>
      <p:sp>
        <p:nvSpPr>
          <p:cNvPr id="6" name="Footer Placeholder 5">
            <a:extLst>
              <a:ext uri="{FF2B5EF4-FFF2-40B4-BE49-F238E27FC236}">
                <a16:creationId xmlns:a16="http://schemas.microsoft.com/office/drawing/2014/main" id="{CFFE17CD-B648-BBC6-40F2-86A87DD4A8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55F0EB-2058-FC2E-EDCF-37CD7BC36E7B}"/>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60055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B20EC-5AFE-8DF7-F581-AEE45E4A993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869887F-796D-C2EF-5316-35FE57640F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76A06E-DDBD-D2B6-9290-9E50813A44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77558D9-110B-23FB-23FE-284059F2192C}"/>
              </a:ext>
            </a:extLst>
          </p:cNvPr>
          <p:cNvSpPr>
            <a:spLocks noGrp="1"/>
          </p:cNvSpPr>
          <p:nvPr>
            <p:ph type="dt" sz="half" idx="10"/>
          </p:nvPr>
        </p:nvSpPr>
        <p:spPr/>
        <p:txBody>
          <a:bodyPr/>
          <a:lstStyle/>
          <a:p>
            <a:fld id="{A0CE7AAE-89D3-5444-979C-39A9910DDA2F}" type="datetimeFigureOut">
              <a:rPr lang="en-US" smtClean="0"/>
              <a:t>11/15/24</a:t>
            </a:fld>
            <a:endParaRPr lang="en-US"/>
          </a:p>
        </p:txBody>
      </p:sp>
      <p:sp>
        <p:nvSpPr>
          <p:cNvPr id="6" name="Footer Placeholder 5">
            <a:extLst>
              <a:ext uri="{FF2B5EF4-FFF2-40B4-BE49-F238E27FC236}">
                <a16:creationId xmlns:a16="http://schemas.microsoft.com/office/drawing/2014/main" id="{B628022B-6382-BE9C-A25F-0B02B02931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23489-F0FC-18E2-45F1-463EFAAB24A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356510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F9BB7-6F7E-5B81-4F71-4BE777730CA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2698EFD-6E2D-073D-2777-B8197B8AD90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FCEA36-4478-D24E-E2AB-CF9EEA3E9F2A}"/>
              </a:ext>
            </a:extLst>
          </p:cNvPr>
          <p:cNvSpPr>
            <a:spLocks noGrp="1"/>
          </p:cNvSpPr>
          <p:nvPr>
            <p:ph type="dt" sz="half" idx="10"/>
          </p:nvPr>
        </p:nvSpPr>
        <p:spPr/>
        <p:txBody>
          <a:bodyPr/>
          <a:lstStyle/>
          <a:p>
            <a:fld id="{A0CE7AAE-89D3-5444-979C-39A9910DDA2F}" type="datetimeFigureOut">
              <a:rPr lang="en-US" smtClean="0"/>
              <a:t>11/15/24</a:t>
            </a:fld>
            <a:endParaRPr lang="en-US"/>
          </a:p>
        </p:txBody>
      </p:sp>
      <p:sp>
        <p:nvSpPr>
          <p:cNvPr id="5" name="Footer Placeholder 4">
            <a:extLst>
              <a:ext uri="{FF2B5EF4-FFF2-40B4-BE49-F238E27FC236}">
                <a16:creationId xmlns:a16="http://schemas.microsoft.com/office/drawing/2014/main" id="{A63BC77E-E47B-EBFA-D7E2-EB8CAFC4C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8DF2F-19EC-AA0F-C42C-20F34B9C706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170652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DB8503-2440-79EE-E716-072BE6DE3E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8CF235D-189D-2752-0AD8-7B97748CAC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86B4F1-B968-C9DC-36A0-40D3A9249691}"/>
              </a:ext>
            </a:extLst>
          </p:cNvPr>
          <p:cNvSpPr>
            <a:spLocks noGrp="1"/>
          </p:cNvSpPr>
          <p:nvPr>
            <p:ph type="dt" sz="half" idx="10"/>
          </p:nvPr>
        </p:nvSpPr>
        <p:spPr/>
        <p:txBody>
          <a:bodyPr/>
          <a:lstStyle/>
          <a:p>
            <a:fld id="{A0CE7AAE-89D3-5444-979C-39A9910DDA2F}" type="datetimeFigureOut">
              <a:rPr lang="en-US" smtClean="0"/>
              <a:t>11/15/24</a:t>
            </a:fld>
            <a:endParaRPr lang="en-US"/>
          </a:p>
        </p:txBody>
      </p:sp>
      <p:sp>
        <p:nvSpPr>
          <p:cNvPr id="5" name="Footer Placeholder 4">
            <a:extLst>
              <a:ext uri="{FF2B5EF4-FFF2-40B4-BE49-F238E27FC236}">
                <a16:creationId xmlns:a16="http://schemas.microsoft.com/office/drawing/2014/main" id="{5FE11C7E-F8C8-E7B1-5AE1-6C0FD2430B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64DB4-9403-A5D1-815E-2C890E8D9E3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304233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2012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9037D-89B3-121A-2C40-3A64E3262F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6CA659-082C-0B10-3680-E2AAC011B6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A14A2A-5365-7A34-B293-F60F544841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CE7AAE-89D3-5444-979C-39A9910DDA2F}" type="datetimeFigureOut">
              <a:rPr lang="en-US" smtClean="0"/>
              <a:t>11/15/24</a:t>
            </a:fld>
            <a:endParaRPr lang="en-US"/>
          </a:p>
        </p:txBody>
      </p:sp>
      <p:sp>
        <p:nvSpPr>
          <p:cNvPr id="5" name="Footer Placeholder 4">
            <a:extLst>
              <a:ext uri="{FF2B5EF4-FFF2-40B4-BE49-F238E27FC236}">
                <a16:creationId xmlns:a16="http://schemas.microsoft.com/office/drawing/2014/main" id="{EDF3B83F-380E-CA22-46AF-AE6DC794FD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1D42CC-6023-539B-3E1C-4866E62C81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E6BFF1-75E3-3D43-94C4-129BFF8AF248}" type="slidenum">
              <a:rPr lang="en-US" smtClean="0"/>
              <a:t>‹#›</a:t>
            </a:fld>
            <a:endParaRPr lang="en-US"/>
          </a:p>
        </p:txBody>
      </p:sp>
    </p:spTree>
    <p:extLst>
      <p:ext uri="{BB962C8B-B14F-4D97-AF65-F5344CB8AC3E}">
        <p14:creationId xmlns:p14="http://schemas.microsoft.com/office/powerpoint/2010/main" val="1240892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FDEFE-3BD7-6534-F0FE-3E6113B81D72}"/>
              </a:ext>
            </a:extLst>
          </p:cNvPr>
          <p:cNvSpPr>
            <a:spLocks noGrp="1"/>
          </p:cNvSpPr>
          <p:nvPr>
            <p:ph type="ctrTitle"/>
          </p:nvPr>
        </p:nvSpPr>
        <p:spPr>
          <a:xfrm>
            <a:off x="723796" y="2189079"/>
            <a:ext cx="9144000" cy="2030550"/>
          </a:xfrm>
          <a:ln>
            <a:noFill/>
          </a:ln>
        </p:spPr>
        <p:txBody>
          <a:bodyPr>
            <a:normAutofit/>
          </a:bodyPr>
          <a:lstStyle/>
          <a:p>
            <a:pPr algn="l"/>
            <a:r>
              <a:rPr lang="en-US" sz="3800" b="1" dirty="0">
                <a:solidFill>
                  <a:srgbClr val="423300"/>
                </a:solidFill>
                <a:latin typeface="Poppins" pitchFamily="2" charset="77"/>
                <a:cs typeface="Poppins" pitchFamily="2" charset="77"/>
              </a:rPr>
              <a:t>Event Bubbling, Capture</a:t>
            </a:r>
            <a:br>
              <a:rPr lang="en-US" sz="3800" b="1" dirty="0">
                <a:solidFill>
                  <a:schemeClr val="accent2">
                    <a:lumMod val="75000"/>
                  </a:schemeClr>
                </a:solidFill>
                <a:latin typeface="Poppins" pitchFamily="2" charset="77"/>
                <a:cs typeface="Poppins" pitchFamily="2" charset="77"/>
              </a:rPr>
            </a:br>
            <a:r>
              <a:rPr lang="en-US" sz="3800" b="1" dirty="0">
                <a:solidFill>
                  <a:schemeClr val="accent2">
                    <a:lumMod val="75000"/>
                  </a:schemeClr>
                </a:solidFill>
                <a:latin typeface="Poppins" pitchFamily="2" charset="77"/>
                <a:cs typeface="Poppins" pitchFamily="2" charset="77"/>
              </a:rPr>
              <a:t>And Stopping Propagation</a:t>
            </a:r>
          </a:p>
        </p:txBody>
      </p:sp>
      <p:sp>
        <p:nvSpPr>
          <p:cNvPr id="5" name="4-point Star 4">
            <a:extLst>
              <a:ext uri="{FF2B5EF4-FFF2-40B4-BE49-F238E27FC236}">
                <a16:creationId xmlns:a16="http://schemas.microsoft.com/office/drawing/2014/main" id="{72042A47-18F1-19EA-DA4D-4B338208F7AB}"/>
              </a:ext>
            </a:extLst>
          </p:cNvPr>
          <p:cNvSpPr/>
          <p:nvPr/>
        </p:nvSpPr>
        <p:spPr>
          <a:xfrm rot="2055929">
            <a:off x="2050484" y="517788"/>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567DD399-6D96-8282-2AF3-7548B8B8E838}"/>
              </a:ext>
            </a:extLst>
          </p:cNvPr>
          <p:cNvSpPr/>
          <p:nvPr/>
        </p:nvSpPr>
        <p:spPr>
          <a:xfrm rot="787370">
            <a:off x="6810715" y="5903344"/>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0BFD952C-DB3A-88EE-1426-2396912F87A0}"/>
              </a:ext>
            </a:extLst>
          </p:cNvPr>
          <p:cNvSpPr/>
          <p:nvPr/>
        </p:nvSpPr>
        <p:spPr>
          <a:xfrm rot="20264836">
            <a:off x="675273" y="5875098"/>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F8D7621-FC0B-5370-77AC-A12637AA9E62}"/>
              </a:ext>
            </a:extLst>
          </p:cNvPr>
          <p:cNvPicPr>
            <a:picLocks noChangeAspect="1"/>
          </p:cNvPicPr>
          <p:nvPr/>
        </p:nvPicPr>
        <p:blipFill>
          <a:blip r:embed="rId3"/>
          <a:stretch>
            <a:fillRect/>
          </a:stretch>
        </p:blipFill>
        <p:spPr>
          <a:xfrm>
            <a:off x="11167313" y="6029624"/>
            <a:ext cx="618386" cy="501804"/>
          </a:xfrm>
          <a:prstGeom prst="rect">
            <a:avLst/>
          </a:prstGeom>
        </p:spPr>
      </p:pic>
      <p:sp>
        <p:nvSpPr>
          <p:cNvPr id="9" name="Title 1">
            <a:extLst>
              <a:ext uri="{FF2B5EF4-FFF2-40B4-BE49-F238E27FC236}">
                <a16:creationId xmlns:a16="http://schemas.microsoft.com/office/drawing/2014/main" id="{C0976C4D-1AC5-50E3-8628-B479D40EB899}"/>
              </a:ext>
            </a:extLst>
          </p:cNvPr>
          <p:cNvSpPr txBox="1">
            <a:spLocks/>
          </p:cNvSpPr>
          <p:nvPr/>
        </p:nvSpPr>
        <p:spPr>
          <a:xfrm>
            <a:off x="723796" y="4219629"/>
            <a:ext cx="9144000" cy="391925"/>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700" dirty="0">
                <a:solidFill>
                  <a:srgbClr val="745A00"/>
                </a:solidFill>
                <a:latin typeface="Arial" panose="020B0604020202020204" pitchFamily="34" charset="0"/>
                <a:cs typeface="Arial" panose="020B0604020202020204" pitchFamily="34" charset="0"/>
              </a:rPr>
              <a:t>Full-Stack Web Development Bootcamp</a:t>
            </a:r>
          </a:p>
        </p:txBody>
      </p:sp>
      <p:pic>
        <p:nvPicPr>
          <p:cNvPr id="10" name="Graphic 9">
            <a:extLst>
              <a:ext uri="{FF2B5EF4-FFF2-40B4-BE49-F238E27FC236}">
                <a16:creationId xmlns:a16="http://schemas.microsoft.com/office/drawing/2014/main" id="{84C15FE4-8400-BA80-306C-5C9A01C81B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5081" y="1940519"/>
            <a:ext cx="900000" cy="900000"/>
          </a:xfrm>
          <a:prstGeom prst="rect">
            <a:avLst/>
          </a:prstGeom>
        </p:spPr>
      </p:pic>
    </p:spTree>
    <p:extLst>
      <p:ext uri="{BB962C8B-B14F-4D97-AF65-F5344CB8AC3E}">
        <p14:creationId xmlns:p14="http://schemas.microsoft.com/office/powerpoint/2010/main" val="38265223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CE4A801-7AFC-D49D-35CF-3062237491A5}"/>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BF2B339E-8700-9AA9-E9E3-E526170EEA17}"/>
              </a:ext>
            </a:extLst>
          </p:cNvPr>
          <p:cNvSpPr/>
          <p:nvPr/>
        </p:nvSpPr>
        <p:spPr>
          <a:xfrm rot="2055929">
            <a:off x="1043144" y="5607440"/>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B1ED31E8-443F-F86D-0B00-9D4228D501EC}"/>
              </a:ext>
            </a:extLst>
          </p:cNvPr>
          <p:cNvSpPr/>
          <p:nvPr/>
        </p:nvSpPr>
        <p:spPr>
          <a:xfrm rot="787370">
            <a:off x="7110015" y="6174407"/>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35235401-4508-6311-81EE-6702A43DD595}"/>
              </a:ext>
            </a:extLst>
          </p:cNvPr>
          <p:cNvSpPr/>
          <p:nvPr/>
        </p:nvSpPr>
        <p:spPr>
          <a:xfrm rot="20264836">
            <a:off x="245673" y="1278431"/>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52A303F-585C-A8D9-63C9-6F634D4270BA}"/>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13F3565C-68C7-D34B-13B7-7ABD1FC18943}"/>
              </a:ext>
            </a:extLst>
          </p:cNvPr>
          <p:cNvSpPr>
            <a:spLocks noGrp="1"/>
          </p:cNvSpPr>
          <p:nvPr>
            <p:ph type="ctrTitle"/>
          </p:nvPr>
        </p:nvSpPr>
        <p:spPr>
          <a:xfrm>
            <a:off x="490176" y="236"/>
            <a:ext cx="9144000"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Stage1: What is </a:t>
            </a:r>
            <a:r>
              <a:rPr lang="en-US" sz="3600" b="1">
                <a:solidFill>
                  <a:schemeClr val="accent2">
                    <a:lumMod val="75000"/>
                  </a:schemeClr>
                </a:solidFill>
                <a:latin typeface="Poppins" pitchFamily="2" charset="77"/>
                <a:cs typeface="Poppins" pitchFamily="2" charset="77"/>
              </a:rPr>
              <a:t>Event Capture Phase</a:t>
            </a:r>
            <a:endParaRPr lang="en-US" sz="3600" b="1" dirty="0">
              <a:solidFill>
                <a:schemeClr val="accent2">
                  <a:lumMod val="75000"/>
                </a:schemeClr>
              </a:solidFill>
              <a:latin typeface="Poppins" pitchFamily="2" charset="77"/>
              <a:cs typeface="Poppins" pitchFamily="2" charset="77"/>
            </a:endParaRPr>
          </a:p>
        </p:txBody>
      </p:sp>
      <p:pic>
        <p:nvPicPr>
          <p:cNvPr id="9" name="Picture 8">
            <a:extLst>
              <a:ext uri="{FF2B5EF4-FFF2-40B4-BE49-F238E27FC236}">
                <a16:creationId xmlns:a16="http://schemas.microsoft.com/office/drawing/2014/main" id="{E94941BB-2C37-6FE2-C1F4-A36D2C8D6BEC}"/>
              </a:ext>
            </a:extLst>
          </p:cNvPr>
          <p:cNvPicPr>
            <a:picLocks noChangeAspect="1"/>
          </p:cNvPicPr>
          <p:nvPr/>
        </p:nvPicPr>
        <p:blipFill>
          <a:blip r:embed="rId5"/>
          <a:stretch>
            <a:fillRect/>
          </a:stretch>
        </p:blipFill>
        <p:spPr>
          <a:xfrm>
            <a:off x="490176" y="2294888"/>
            <a:ext cx="5334552" cy="2062693"/>
          </a:xfrm>
          <a:prstGeom prst="rect">
            <a:avLst/>
          </a:prstGeom>
        </p:spPr>
      </p:pic>
      <p:sp>
        <p:nvSpPr>
          <p:cNvPr id="10" name="Rounded Rectangle 9">
            <a:extLst>
              <a:ext uri="{FF2B5EF4-FFF2-40B4-BE49-F238E27FC236}">
                <a16:creationId xmlns:a16="http://schemas.microsoft.com/office/drawing/2014/main" id="{BE9B5CAA-00E5-5D48-C62D-E613656C1126}"/>
              </a:ext>
            </a:extLst>
          </p:cNvPr>
          <p:cNvSpPr/>
          <p:nvPr/>
        </p:nvSpPr>
        <p:spPr>
          <a:xfrm>
            <a:off x="7834331" y="5143965"/>
            <a:ext cx="2642082" cy="396000"/>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23300"/>
                </a:solidFill>
                <a:latin typeface="Poppins" pitchFamily="2" charset="77"/>
                <a:cs typeface="Poppins" pitchFamily="2" charset="77"/>
              </a:rPr>
              <a:t>&lt;</a:t>
            </a:r>
            <a:r>
              <a:rPr lang="en-US" sz="1200">
                <a:solidFill>
                  <a:srgbClr val="423300"/>
                </a:solidFill>
                <a:latin typeface="Poppins" pitchFamily="2" charset="77"/>
                <a:cs typeface="Poppins" pitchFamily="2" charset="77"/>
              </a:rPr>
              <a:t>div&gt;</a:t>
            </a:r>
            <a:r>
              <a:rPr lang="en-US" sz="1200" dirty="0">
                <a:solidFill>
                  <a:srgbClr val="423300"/>
                </a:solidFill>
                <a:latin typeface="Poppins" pitchFamily="2" charset="77"/>
                <a:cs typeface="Poppins" pitchFamily="2" charset="77"/>
              </a:rPr>
              <a:t>Inner Container&lt;/</a:t>
            </a:r>
            <a:r>
              <a:rPr lang="en-US" sz="1200">
                <a:solidFill>
                  <a:srgbClr val="423300"/>
                </a:solidFill>
                <a:latin typeface="Poppins" pitchFamily="2" charset="77"/>
                <a:cs typeface="Poppins" pitchFamily="2" charset="77"/>
              </a:rPr>
              <a:t>div&gt;</a:t>
            </a:r>
            <a:endParaRPr lang="en-US" sz="1200" dirty="0">
              <a:solidFill>
                <a:srgbClr val="423300"/>
              </a:solidFill>
              <a:latin typeface="Poppins" pitchFamily="2" charset="77"/>
              <a:cs typeface="Poppins" pitchFamily="2" charset="77"/>
            </a:endParaRPr>
          </a:p>
        </p:txBody>
      </p:sp>
      <p:sp>
        <p:nvSpPr>
          <p:cNvPr id="13" name="Rounded Rectangle 12">
            <a:extLst>
              <a:ext uri="{FF2B5EF4-FFF2-40B4-BE49-F238E27FC236}">
                <a16:creationId xmlns:a16="http://schemas.microsoft.com/office/drawing/2014/main" id="{1A573FBF-49A9-CE5A-6800-B540ACCB4566}"/>
              </a:ext>
            </a:extLst>
          </p:cNvPr>
          <p:cNvSpPr/>
          <p:nvPr/>
        </p:nvSpPr>
        <p:spPr>
          <a:xfrm>
            <a:off x="7834331" y="4357581"/>
            <a:ext cx="2642082" cy="396000"/>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23300"/>
                </a:solidFill>
                <a:latin typeface="Poppins" pitchFamily="2" charset="77"/>
                <a:cs typeface="Poppins" pitchFamily="2" charset="77"/>
              </a:rPr>
              <a:t>&lt;</a:t>
            </a:r>
            <a:r>
              <a:rPr lang="en-US" sz="1200">
                <a:solidFill>
                  <a:srgbClr val="423300"/>
                </a:solidFill>
                <a:latin typeface="Poppins" pitchFamily="2" charset="77"/>
                <a:cs typeface="Poppins" pitchFamily="2" charset="77"/>
              </a:rPr>
              <a:t>div&gt;</a:t>
            </a:r>
            <a:r>
              <a:rPr lang="en-US" sz="1200" dirty="0">
                <a:solidFill>
                  <a:srgbClr val="423300"/>
                </a:solidFill>
                <a:latin typeface="Poppins" pitchFamily="2" charset="77"/>
                <a:cs typeface="Poppins" pitchFamily="2" charset="77"/>
              </a:rPr>
              <a:t>Middle Container&lt;/</a:t>
            </a:r>
            <a:r>
              <a:rPr lang="en-US" sz="1200">
                <a:solidFill>
                  <a:srgbClr val="423300"/>
                </a:solidFill>
                <a:latin typeface="Poppins" pitchFamily="2" charset="77"/>
                <a:cs typeface="Poppins" pitchFamily="2" charset="77"/>
              </a:rPr>
              <a:t>div&gt;</a:t>
            </a:r>
            <a:endParaRPr lang="en-US" sz="1200" dirty="0">
              <a:solidFill>
                <a:srgbClr val="423300"/>
              </a:solidFill>
              <a:latin typeface="Poppins" pitchFamily="2" charset="77"/>
              <a:cs typeface="Poppins" pitchFamily="2" charset="77"/>
            </a:endParaRPr>
          </a:p>
        </p:txBody>
      </p:sp>
      <p:sp>
        <p:nvSpPr>
          <p:cNvPr id="14" name="Rounded Rectangle 13">
            <a:extLst>
              <a:ext uri="{FF2B5EF4-FFF2-40B4-BE49-F238E27FC236}">
                <a16:creationId xmlns:a16="http://schemas.microsoft.com/office/drawing/2014/main" id="{660D57EC-4E43-3DE8-126D-6E43854CA34F}"/>
              </a:ext>
            </a:extLst>
          </p:cNvPr>
          <p:cNvSpPr/>
          <p:nvPr/>
        </p:nvSpPr>
        <p:spPr>
          <a:xfrm>
            <a:off x="7834331" y="3571197"/>
            <a:ext cx="2642082" cy="396000"/>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23300"/>
                </a:solidFill>
                <a:latin typeface="Poppins" pitchFamily="2" charset="77"/>
                <a:cs typeface="Poppins" pitchFamily="2" charset="77"/>
              </a:rPr>
              <a:t>&lt;</a:t>
            </a:r>
            <a:r>
              <a:rPr lang="en-US" sz="1200">
                <a:solidFill>
                  <a:srgbClr val="423300"/>
                </a:solidFill>
                <a:latin typeface="Poppins" pitchFamily="2" charset="77"/>
                <a:cs typeface="Poppins" pitchFamily="2" charset="77"/>
              </a:rPr>
              <a:t>div&gt;</a:t>
            </a:r>
            <a:r>
              <a:rPr lang="en-US" sz="1200" dirty="0">
                <a:solidFill>
                  <a:srgbClr val="423300"/>
                </a:solidFill>
                <a:latin typeface="Poppins" pitchFamily="2" charset="77"/>
                <a:cs typeface="Poppins" pitchFamily="2" charset="77"/>
              </a:rPr>
              <a:t>Outer Container&lt;/</a:t>
            </a:r>
            <a:r>
              <a:rPr lang="en-US" sz="1200">
                <a:solidFill>
                  <a:srgbClr val="423300"/>
                </a:solidFill>
                <a:latin typeface="Poppins" pitchFamily="2" charset="77"/>
                <a:cs typeface="Poppins" pitchFamily="2" charset="77"/>
              </a:rPr>
              <a:t>div&gt;</a:t>
            </a:r>
            <a:endParaRPr lang="en-US" sz="1200" dirty="0">
              <a:solidFill>
                <a:srgbClr val="423300"/>
              </a:solidFill>
              <a:latin typeface="Poppins" pitchFamily="2" charset="77"/>
              <a:cs typeface="Poppins" pitchFamily="2" charset="77"/>
            </a:endParaRPr>
          </a:p>
        </p:txBody>
      </p:sp>
      <p:sp>
        <p:nvSpPr>
          <p:cNvPr id="15" name="Rounded Rectangle 14">
            <a:extLst>
              <a:ext uri="{FF2B5EF4-FFF2-40B4-BE49-F238E27FC236}">
                <a16:creationId xmlns:a16="http://schemas.microsoft.com/office/drawing/2014/main" id="{82C13CCD-5F29-8BA8-F21D-609E500DD8C1}"/>
              </a:ext>
            </a:extLst>
          </p:cNvPr>
          <p:cNvSpPr/>
          <p:nvPr/>
        </p:nvSpPr>
        <p:spPr>
          <a:xfrm>
            <a:off x="7834331" y="2784813"/>
            <a:ext cx="2642082" cy="396000"/>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23300"/>
                </a:solidFill>
                <a:latin typeface="Poppins" pitchFamily="2" charset="77"/>
                <a:cs typeface="Poppins" pitchFamily="2" charset="77"/>
              </a:rPr>
              <a:t>&lt;body&gt; </a:t>
            </a:r>
            <a:r>
              <a:rPr lang="en-US" sz="1200">
                <a:solidFill>
                  <a:srgbClr val="423300"/>
                </a:solidFill>
                <a:latin typeface="Poppins" pitchFamily="2" charset="77"/>
                <a:cs typeface="Poppins" pitchFamily="2" charset="77"/>
              </a:rPr>
              <a:t>…. </a:t>
            </a:r>
            <a:r>
              <a:rPr lang="en-US" sz="1200" dirty="0">
                <a:solidFill>
                  <a:srgbClr val="423300"/>
                </a:solidFill>
                <a:latin typeface="Poppins" pitchFamily="2" charset="77"/>
                <a:cs typeface="Poppins" pitchFamily="2" charset="77"/>
              </a:rPr>
              <a:t>&lt;/</a:t>
            </a:r>
            <a:r>
              <a:rPr lang="en-US" sz="1200">
                <a:solidFill>
                  <a:srgbClr val="423300"/>
                </a:solidFill>
                <a:latin typeface="Poppins" pitchFamily="2" charset="77"/>
                <a:cs typeface="Poppins" pitchFamily="2" charset="77"/>
              </a:rPr>
              <a:t>body&gt;</a:t>
            </a:r>
            <a:endParaRPr lang="en-US" sz="1200" dirty="0">
              <a:solidFill>
                <a:srgbClr val="423300"/>
              </a:solidFill>
              <a:latin typeface="Poppins" pitchFamily="2" charset="77"/>
              <a:cs typeface="Poppins" pitchFamily="2" charset="77"/>
            </a:endParaRPr>
          </a:p>
        </p:txBody>
      </p:sp>
      <p:sp>
        <p:nvSpPr>
          <p:cNvPr id="16" name="Rounded Rectangle 15">
            <a:extLst>
              <a:ext uri="{FF2B5EF4-FFF2-40B4-BE49-F238E27FC236}">
                <a16:creationId xmlns:a16="http://schemas.microsoft.com/office/drawing/2014/main" id="{166378A8-C62B-7BC8-A46E-90B02CBEE361}"/>
              </a:ext>
            </a:extLst>
          </p:cNvPr>
          <p:cNvSpPr/>
          <p:nvPr/>
        </p:nvSpPr>
        <p:spPr>
          <a:xfrm>
            <a:off x="7834331" y="1998429"/>
            <a:ext cx="2642082" cy="396000"/>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23300"/>
                </a:solidFill>
                <a:latin typeface="Poppins" pitchFamily="2" charset="77"/>
                <a:cs typeface="Poppins" pitchFamily="2" charset="77"/>
              </a:rPr>
              <a:t>&lt;html&gt; </a:t>
            </a:r>
            <a:r>
              <a:rPr lang="en-US" sz="1200">
                <a:solidFill>
                  <a:srgbClr val="423300"/>
                </a:solidFill>
                <a:latin typeface="Poppins" pitchFamily="2" charset="77"/>
                <a:cs typeface="Poppins" pitchFamily="2" charset="77"/>
              </a:rPr>
              <a:t>…. </a:t>
            </a:r>
            <a:r>
              <a:rPr lang="en-US" sz="1200" dirty="0">
                <a:solidFill>
                  <a:srgbClr val="423300"/>
                </a:solidFill>
                <a:latin typeface="Poppins" pitchFamily="2" charset="77"/>
                <a:cs typeface="Poppins" pitchFamily="2" charset="77"/>
              </a:rPr>
              <a:t>&lt;/</a:t>
            </a:r>
            <a:r>
              <a:rPr lang="en-US" sz="1200">
                <a:solidFill>
                  <a:srgbClr val="423300"/>
                </a:solidFill>
                <a:latin typeface="Poppins" pitchFamily="2" charset="77"/>
                <a:cs typeface="Poppins" pitchFamily="2" charset="77"/>
              </a:rPr>
              <a:t>html&gt;</a:t>
            </a:r>
            <a:endParaRPr lang="en-US" sz="1200" dirty="0">
              <a:solidFill>
                <a:srgbClr val="423300"/>
              </a:solidFill>
              <a:latin typeface="Poppins" pitchFamily="2" charset="77"/>
              <a:cs typeface="Poppins" pitchFamily="2" charset="77"/>
            </a:endParaRPr>
          </a:p>
        </p:txBody>
      </p:sp>
      <p:sp>
        <p:nvSpPr>
          <p:cNvPr id="17" name="Rounded Rectangle 16">
            <a:extLst>
              <a:ext uri="{FF2B5EF4-FFF2-40B4-BE49-F238E27FC236}">
                <a16:creationId xmlns:a16="http://schemas.microsoft.com/office/drawing/2014/main" id="{71B35C90-1306-7C1A-2EA1-75DC5A046D52}"/>
              </a:ext>
            </a:extLst>
          </p:cNvPr>
          <p:cNvSpPr/>
          <p:nvPr/>
        </p:nvSpPr>
        <p:spPr>
          <a:xfrm>
            <a:off x="7834331" y="1212045"/>
            <a:ext cx="2642082" cy="396000"/>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t>&lt;document&gt; …. </a:t>
            </a:r>
            <a:r>
              <a:rPr lang="en-US" sz="1200" dirty="0">
                <a:solidFill>
                  <a:srgbClr val="423300"/>
                </a:solidFill>
                <a:latin typeface="Poppins" pitchFamily="2" charset="77"/>
                <a:cs typeface="Poppins" pitchFamily="2" charset="77"/>
              </a:rPr>
              <a:t>&lt;/document&gt;</a:t>
            </a:r>
            <a:endParaRPr kumimoji="0" lang="en-US" sz="12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endParaRPr>
          </a:p>
        </p:txBody>
      </p:sp>
      <p:cxnSp>
        <p:nvCxnSpPr>
          <p:cNvPr id="18" name="Straight Arrow Connector 17">
            <a:extLst>
              <a:ext uri="{FF2B5EF4-FFF2-40B4-BE49-F238E27FC236}">
                <a16:creationId xmlns:a16="http://schemas.microsoft.com/office/drawing/2014/main" id="{EEBD8FEB-2D06-F68E-CC28-72B1354B7E80}"/>
              </a:ext>
            </a:extLst>
          </p:cNvPr>
          <p:cNvCxnSpPr>
            <a:cxnSpLocks/>
          </p:cNvCxnSpPr>
          <p:nvPr/>
        </p:nvCxnSpPr>
        <p:spPr>
          <a:xfrm>
            <a:off x="9155372" y="4753581"/>
            <a:ext cx="0" cy="39038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DFCEE25-388D-1CBC-3923-C338D4EDDDD4}"/>
              </a:ext>
            </a:extLst>
          </p:cNvPr>
          <p:cNvCxnSpPr>
            <a:cxnSpLocks/>
          </p:cNvCxnSpPr>
          <p:nvPr/>
        </p:nvCxnSpPr>
        <p:spPr>
          <a:xfrm>
            <a:off x="9155372" y="3958053"/>
            <a:ext cx="0" cy="39038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10790E7-2113-51B9-1028-D8837F294DF5}"/>
              </a:ext>
            </a:extLst>
          </p:cNvPr>
          <p:cNvCxnSpPr>
            <a:cxnSpLocks/>
          </p:cNvCxnSpPr>
          <p:nvPr/>
        </p:nvCxnSpPr>
        <p:spPr>
          <a:xfrm>
            <a:off x="9155372" y="3171669"/>
            <a:ext cx="0" cy="39038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45F3355-7D53-7AD1-5827-51860455C573}"/>
              </a:ext>
            </a:extLst>
          </p:cNvPr>
          <p:cNvCxnSpPr>
            <a:cxnSpLocks/>
          </p:cNvCxnSpPr>
          <p:nvPr/>
        </p:nvCxnSpPr>
        <p:spPr>
          <a:xfrm>
            <a:off x="9155372" y="2412717"/>
            <a:ext cx="0" cy="39038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3457090-1B1B-FDEE-DDC4-66DAD1A26647}"/>
              </a:ext>
            </a:extLst>
          </p:cNvPr>
          <p:cNvCxnSpPr>
            <a:cxnSpLocks/>
          </p:cNvCxnSpPr>
          <p:nvPr/>
        </p:nvCxnSpPr>
        <p:spPr>
          <a:xfrm>
            <a:off x="9155372" y="1626333"/>
            <a:ext cx="0" cy="39038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7203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4-point Star 4">
            <a:extLst>
              <a:ext uri="{FF2B5EF4-FFF2-40B4-BE49-F238E27FC236}">
                <a16:creationId xmlns:a16="http://schemas.microsoft.com/office/drawing/2014/main" id="{72042A47-18F1-19EA-DA4D-4B338208F7AB}"/>
              </a:ext>
            </a:extLst>
          </p:cNvPr>
          <p:cNvSpPr/>
          <p:nvPr/>
        </p:nvSpPr>
        <p:spPr>
          <a:xfrm rot="2055929">
            <a:off x="6849584" y="5882221"/>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567DD399-6D96-8282-2AF3-7548B8B8E838}"/>
              </a:ext>
            </a:extLst>
          </p:cNvPr>
          <p:cNvSpPr/>
          <p:nvPr/>
        </p:nvSpPr>
        <p:spPr>
          <a:xfrm rot="787370">
            <a:off x="11307112" y="1711335"/>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0BFD952C-DB3A-88EE-1426-2396912F87A0}"/>
              </a:ext>
            </a:extLst>
          </p:cNvPr>
          <p:cNvSpPr/>
          <p:nvPr/>
        </p:nvSpPr>
        <p:spPr>
          <a:xfrm rot="20264836">
            <a:off x="538281" y="5679136"/>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F8D7621-FC0B-5370-77AC-A12637AA9E62}"/>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1E962599-37BE-7875-19E0-45ED97D7B794}"/>
              </a:ext>
            </a:extLst>
          </p:cNvPr>
          <p:cNvSpPr>
            <a:spLocks noGrp="1"/>
          </p:cNvSpPr>
          <p:nvPr>
            <p:ph type="ctrTitle"/>
          </p:nvPr>
        </p:nvSpPr>
        <p:spPr>
          <a:xfrm>
            <a:off x="490175" y="236"/>
            <a:ext cx="10306161"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Stage 2 + 3: Target Phase + </a:t>
            </a:r>
            <a:r>
              <a:rPr lang="en-US" sz="3600" b="1" dirty="0">
                <a:solidFill>
                  <a:schemeClr val="accent2">
                    <a:lumMod val="75000"/>
                  </a:schemeClr>
                </a:solidFill>
                <a:latin typeface="Poppins" pitchFamily="2" charset="77"/>
                <a:cs typeface="Poppins" pitchFamily="2" charset="77"/>
              </a:rPr>
              <a:t>Bubbling Phase</a:t>
            </a:r>
          </a:p>
        </p:txBody>
      </p:sp>
      <p:pic>
        <p:nvPicPr>
          <p:cNvPr id="9" name="Picture 8">
            <a:extLst>
              <a:ext uri="{FF2B5EF4-FFF2-40B4-BE49-F238E27FC236}">
                <a16:creationId xmlns:a16="http://schemas.microsoft.com/office/drawing/2014/main" id="{C1A0722E-2CC0-5332-8FE6-7534757D0200}"/>
              </a:ext>
            </a:extLst>
          </p:cNvPr>
          <p:cNvPicPr>
            <a:picLocks noChangeAspect="1"/>
          </p:cNvPicPr>
          <p:nvPr/>
        </p:nvPicPr>
        <p:blipFill>
          <a:blip r:embed="rId5"/>
          <a:stretch>
            <a:fillRect/>
          </a:stretch>
        </p:blipFill>
        <p:spPr>
          <a:xfrm>
            <a:off x="490176" y="2294888"/>
            <a:ext cx="5334552" cy="2062693"/>
          </a:xfrm>
          <a:prstGeom prst="rect">
            <a:avLst/>
          </a:prstGeom>
        </p:spPr>
      </p:pic>
      <p:sp>
        <p:nvSpPr>
          <p:cNvPr id="10" name="Rounded Rectangle 9">
            <a:extLst>
              <a:ext uri="{FF2B5EF4-FFF2-40B4-BE49-F238E27FC236}">
                <a16:creationId xmlns:a16="http://schemas.microsoft.com/office/drawing/2014/main" id="{8F879A1D-7EEB-F68D-995E-C30A35EAF48B}"/>
              </a:ext>
            </a:extLst>
          </p:cNvPr>
          <p:cNvSpPr/>
          <p:nvPr/>
        </p:nvSpPr>
        <p:spPr>
          <a:xfrm>
            <a:off x="7834331" y="5143965"/>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&lt;div&gt;</a:t>
            </a:r>
            <a:r>
              <a:rPr lang="en-US" sz="1200" dirty="0">
                <a:solidFill>
                  <a:prstClr val="white"/>
                </a:solidFill>
                <a:latin typeface="Poppins" pitchFamily="2" charset="77"/>
                <a:cs typeface="Poppins" pitchFamily="2" charset="77"/>
              </a:rPr>
              <a:t>Inner Container&lt;/div&gt;</a:t>
            </a:r>
            <a:endPar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sp>
        <p:nvSpPr>
          <p:cNvPr id="13" name="Rounded Rectangle 12">
            <a:extLst>
              <a:ext uri="{FF2B5EF4-FFF2-40B4-BE49-F238E27FC236}">
                <a16:creationId xmlns:a16="http://schemas.microsoft.com/office/drawing/2014/main" id="{2CF1EF0E-190F-6703-0ABD-C994BA75B521}"/>
              </a:ext>
            </a:extLst>
          </p:cNvPr>
          <p:cNvSpPr/>
          <p:nvPr/>
        </p:nvSpPr>
        <p:spPr>
          <a:xfrm>
            <a:off x="7834331" y="4357581"/>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&lt;div&gt;</a:t>
            </a:r>
            <a:r>
              <a:rPr lang="en-US" sz="1200" dirty="0">
                <a:solidFill>
                  <a:prstClr val="white"/>
                </a:solidFill>
                <a:latin typeface="Poppins" pitchFamily="2" charset="77"/>
                <a:cs typeface="Poppins" pitchFamily="2" charset="77"/>
              </a:rPr>
              <a:t>Middle Container&lt;/div&gt;</a:t>
            </a:r>
            <a:endPar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sp>
        <p:nvSpPr>
          <p:cNvPr id="14" name="Rounded Rectangle 13">
            <a:extLst>
              <a:ext uri="{FF2B5EF4-FFF2-40B4-BE49-F238E27FC236}">
                <a16:creationId xmlns:a16="http://schemas.microsoft.com/office/drawing/2014/main" id="{61682D47-87DF-2927-6485-25057437CA99}"/>
              </a:ext>
            </a:extLst>
          </p:cNvPr>
          <p:cNvSpPr/>
          <p:nvPr/>
        </p:nvSpPr>
        <p:spPr>
          <a:xfrm>
            <a:off x="7834331" y="3571197"/>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&lt;div&gt;</a:t>
            </a:r>
            <a:r>
              <a:rPr lang="en-US" sz="1200" dirty="0">
                <a:solidFill>
                  <a:prstClr val="white"/>
                </a:solidFill>
                <a:latin typeface="Poppins" pitchFamily="2" charset="77"/>
                <a:cs typeface="Poppins" pitchFamily="2" charset="77"/>
              </a:rPr>
              <a:t>Outer Container&lt;/div&gt;</a:t>
            </a:r>
            <a:endPar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sp>
        <p:nvSpPr>
          <p:cNvPr id="15" name="Rounded Rectangle 14">
            <a:extLst>
              <a:ext uri="{FF2B5EF4-FFF2-40B4-BE49-F238E27FC236}">
                <a16:creationId xmlns:a16="http://schemas.microsoft.com/office/drawing/2014/main" id="{EDC226EE-2B22-0E5F-83B7-9C2340AB5567}"/>
              </a:ext>
            </a:extLst>
          </p:cNvPr>
          <p:cNvSpPr/>
          <p:nvPr/>
        </p:nvSpPr>
        <p:spPr>
          <a:xfrm>
            <a:off x="7834331" y="2784813"/>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&lt;body&gt; …. </a:t>
            </a:r>
            <a:r>
              <a:rPr lang="en-US" sz="1200" dirty="0">
                <a:solidFill>
                  <a:prstClr val="white"/>
                </a:solidFill>
                <a:latin typeface="Poppins" pitchFamily="2" charset="77"/>
                <a:cs typeface="Poppins" pitchFamily="2" charset="77"/>
              </a:rPr>
              <a:t>&lt;/body&gt;</a:t>
            </a:r>
            <a:endPar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sp>
        <p:nvSpPr>
          <p:cNvPr id="16" name="Rounded Rectangle 15">
            <a:extLst>
              <a:ext uri="{FF2B5EF4-FFF2-40B4-BE49-F238E27FC236}">
                <a16:creationId xmlns:a16="http://schemas.microsoft.com/office/drawing/2014/main" id="{E0DB415D-E1CE-C3D0-3B88-D71D4B90E222}"/>
              </a:ext>
            </a:extLst>
          </p:cNvPr>
          <p:cNvSpPr/>
          <p:nvPr/>
        </p:nvSpPr>
        <p:spPr>
          <a:xfrm>
            <a:off x="7834331" y="1998429"/>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&lt;html&gt; …. </a:t>
            </a:r>
            <a:r>
              <a:rPr lang="en-US" sz="1200" dirty="0">
                <a:solidFill>
                  <a:prstClr val="white"/>
                </a:solidFill>
                <a:latin typeface="Poppins" pitchFamily="2" charset="77"/>
                <a:cs typeface="Poppins" pitchFamily="2" charset="77"/>
              </a:rPr>
              <a:t>&lt;/html&gt;</a:t>
            </a:r>
            <a:endPar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sp>
        <p:nvSpPr>
          <p:cNvPr id="17" name="Rounded Rectangle 16">
            <a:extLst>
              <a:ext uri="{FF2B5EF4-FFF2-40B4-BE49-F238E27FC236}">
                <a16:creationId xmlns:a16="http://schemas.microsoft.com/office/drawing/2014/main" id="{87509B45-1BE4-E602-9A90-39E9CEDE0141}"/>
              </a:ext>
            </a:extLst>
          </p:cNvPr>
          <p:cNvSpPr/>
          <p:nvPr/>
        </p:nvSpPr>
        <p:spPr>
          <a:xfrm>
            <a:off x="7834331" y="1212045"/>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&lt;document&gt; …. </a:t>
            </a:r>
            <a:r>
              <a:rPr lang="en-US" sz="1200" dirty="0">
                <a:solidFill>
                  <a:prstClr val="white"/>
                </a:solidFill>
                <a:latin typeface="Poppins" pitchFamily="2" charset="77"/>
                <a:cs typeface="Poppins" pitchFamily="2" charset="77"/>
              </a:rPr>
              <a:t>&lt;/document&gt;</a:t>
            </a:r>
            <a:endParaRPr kumimoji="0" lang="en-US" sz="12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cxnSp>
        <p:nvCxnSpPr>
          <p:cNvPr id="18" name="Straight Arrow Connector 17">
            <a:extLst>
              <a:ext uri="{FF2B5EF4-FFF2-40B4-BE49-F238E27FC236}">
                <a16:creationId xmlns:a16="http://schemas.microsoft.com/office/drawing/2014/main" id="{5A720FB6-3B1B-C631-12FC-F3FD16FFBD1F}"/>
              </a:ext>
            </a:extLst>
          </p:cNvPr>
          <p:cNvCxnSpPr>
            <a:cxnSpLocks/>
            <a:stCxn id="10" idx="0"/>
            <a:endCxn id="13" idx="2"/>
          </p:cNvCxnSpPr>
          <p:nvPr/>
        </p:nvCxnSpPr>
        <p:spPr>
          <a:xfrm flipV="1">
            <a:off x="9155372" y="4753581"/>
            <a:ext cx="0" cy="39038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E75B823-E031-FE18-A913-B01AD43ADDE6}"/>
              </a:ext>
            </a:extLst>
          </p:cNvPr>
          <p:cNvCxnSpPr>
            <a:cxnSpLocks/>
          </p:cNvCxnSpPr>
          <p:nvPr/>
        </p:nvCxnSpPr>
        <p:spPr>
          <a:xfrm flipV="1">
            <a:off x="9155372" y="3958053"/>
            <a:ext cx="0" cy="39038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D0FC02F-FE54-BC2E-26A2-B5318AADBD6A}"/>
              </a:ext>
            </a:extLst>
          </p:cNvPr>
          <p:cNvCxnSpPr>
            <a:cxnSpLocks/>
          </p:cNvCxnSpPr>
          <p:nvPr/>
        </p:nvCxnSpPr>
        <p:spPr>
          <a:xfrm flipV="1">
            <a:off x="9155372" y="3171669"/>
            <a:ext cx="0" cy="39038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BB74E9D-0404-5EC6-D0E0-B05D6341D20B}"/>
              </a:ext>
            </a:extLst>
          </p:cNvPr>
          <p:cNvCxnSpPr>
            <a:cxnSpLocks/>
          </p:cNvCxnSpPr>
          <p:nvPr/>
        </p:nvCxnSpPr>
        <p:spPr>
          <a:xfrm flipV="1">
            <a:off x="9155372" y="2412717"/>
            <a:ext cx="0" cy="39038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FB39647-847D-CE2F-00B3-B61A65344026}"/>
              </a:ext>
            </a:extLst>
          </p:cNvPr>
          <p:cNvCxnSpPr>
            <a:cxnSpLocks/>
          </p:cNvCxnSpPr>
          <p:nvPr/>
        </p:nvCxnSpPr>
        <p:spPr>
          <a:xfrm flipV="1">
            <a:off x="9155372" y="1626333"/>
            <a:ext cx="0" cy="39038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19627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1C964D1-9F35-C9F8-7E06-BB48B8FB5A5A}"/>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2AC63DF1-D416-902F-CD22-D5E44DA877CF}"/>
              </a:ext>
            </a:extLst>
          </p:cNvPr>
          <p:cNvSpPr/>
          <p:nvPr/>
        </p:nvSpPr>
        <p:spPr>
          <a:xfrm rot="2055929">
            <a:off x="6849584" y="5882221"/>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F2F5A9AC-80D7-EA74-5B64-411F2F019F3C}"/>
              </a:ext>
            </a:extLst>
          </p:cNvPr>
          <p:cNvSpPr/>
          <p:nvPr/>
        </p:nvSpPr>
        <p:spPr>
          <a:xfrm rot="787370">
            <a:off x="11307112" y="1711335"/>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0B0DB79C-8ADF-1554-4C99-18531D17921C}"/>
              </a:ext>
            </a:extLst>
          </p:cNvPr>
          <p:cNvSpPr/>
          <p:nvPr/>
        </p:nvSpPr>
        <p:spPr>
          <a:xfrm rot="20264836">
            <a:off x="538281" y="5679136"/>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DFEDCA2-B06D-F1EF-225F-4961EF4DE64E}"/>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3A9A4B32-7ABC-6EB0-84D2-D89CD3142430}"/>
              </a:ext>
            </a:extLst>
          </p:cNvPr>
          <p:cNvSpPr>
            <a:spLocks noGrp="1"/>
          </p:cNvSpPr>
          <p:nvPr>
            <p:ph type="ctrTitle"/>
          </p:nvPr>
        </p:nvSpPr>
        <p:spPr>
          <a:xfrm>
            <a:off x="490176" y="236"/>
            <a:ext cx="9144000"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Using </a:t>
            </a:r>
            <a:r>
              <a:rPr lang="en-US" sz="3600" b="1" dirty="0" err="1">
                <a:solidFill>
                  <a:schemeClr val="accent2">
                    <a:lumMod val="75000"/>
                  </a:schemeClr>
                </a:solidFill>
                <a:latin typeface="Poppins" pitchFamily="2" charset="77"/>
                <a:cs typeface="Poppins" pitchFamily="2" charset="77"/>
              </a:rPr>
              <a:t>stopPropagation</a:t>
            </a:r>
            <a:r>
              <a:rPr lang="en-US" sz="3600" b="1" dirty="0">
                <a:solidFill>
                  <a:schemeClr val="accent2">
                    <a:lumMod val="75000"/>
                  </a:schemeClr>
                </a:solidFill>
                <a:latin typeface="Poppins" pitchFamily="2" charset="77"/>
                <a:cs typeface="Poppins" pitchFamily="2" charset="77"/>
              </a:rPr>
              <a:t>()</a:t>
            </a:r>
          </a:p>
        </p:txBody>
      </p:sp>
      <p:pic>
        <p:nvPicPr>
          <p:cNvPr id="9" name="Picture 8">
            <a:extLst>
              <a:ext uri="{FF2B5EF4-FFF2-40B4-BE49-F238E27FC236}">
                <a16:creationId xmlns:a16="http://schemas.microsoft.com/office/drawing/2014/main" id="{333962EC-DB69-B0ED-1F38-4EC66354EC55}"/>
              </a:ext>
            </a:extLst>
          </p:cNvPr>
          <p:cNvPicPr>
            <a:picLocks noChangeAspect="1"/>
          </p:cNvPicPr>
          <p:nvPr/>
        </p:nvPicPr>
        <p:blipFill>
          <a:blip r:embed="rId5"/>
          <a:stretch>
            <a:fillRect/>
          </a:stretch>
        </p:blipFill>
        <p:spPr>
          <a:xfrm>
            <a:off x="490176" y="2294888"/>
            <a:ext cx="5334552" cy="2062693"/>
          </a:xfrm>
          <a:prstGeom prst="rect">
            <a:avLst/>
          </a:prstGeom>
        </p:spPr>
      </p:pic>
      <p:sp>
        <p:nvSpPr>
          <p:cNvPr id="10" name="Rounded Rectangle 9">
            <a:extLst>
              <a:ext uri="{FF2B5EF4-FFF2-40B4-BE49-F238E27FC236}">
                <a16:creationId xmlns:a16="http://schemas.microsoft.com/office/drawing/2014/main" id="{A52AF575-3B08-0BAF-3700-EC968FFF16B6}"/>
              </a:ext>
            </a:extLst>
          </p:cNvPr>
          <p:cNvSpPr/>
          <p:nvPr/>
        </p:nvSpPr>
        <p:spPr>
          <a:xfrm>
            <a:off x="7825187" y="3920427"/>
            <a:ext cx="2642082" cy="396000"/>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23300"/>
                </a:solidFill>
                <a:latin typeface="Poppins" pitchFamily="2" charset="77"/>
                <a:cs typeface="Poppins" pitchFamily="2" charset="77"/>
              </a:rPr>
              <a:t>&lt;</a:t>
            </a:r>
            <a:r>
              <a:rPr lang="en-US" sz="1200">
                <a:solidFill>
                  <a:srgbClr val="423300"/>
                </a:solidFill>
                <a:latin typeface="Poppins" pitchFamily="2" charset="77"/>
                <a:cs typeface="Poppins" pitchFamily="2" charset="77"/>
              </a:rPr>
              <a:t>div&gt;</a:t>
            </a:r>
            <a:r>
              <a:rPr lang="en-US" sz="1200" dirty="0">
                <a:solidFill>
                  <a:srgbClr val="423300"/>
                </a:solidFill>
                <a:latin typeface="Poppins" pitchFamily="2" charset="77"/>
                <a:cs typeface="Poppins" pitchFamily="2" charset="77"/>
              </a:rPr>
              <a:t>Inner Container&lt;/</a:t>
            </a:r>
            <a:r>
              <a:rPr lang="en-US" sz="1200">
                <a:solidFill>
                  <a:srgbClr val="423300"/>
                </a:solidFill>
                <a:latin typeface="Poppins" pitchFamily="2" charset="77"/>
                <a:cs typeface="Poppins" pitchFamily="2" charset="77"/>
              </a:rPr>
              <a:t>div&gt;</a:t>
            </a:r>
            <a:endParaRPr lang="en-US" sz="1200" dirty="0">
              <a:solidFill>
                <a:srgbClr val="423300"/>
              </a:solidFill>
              <a:latin typeface="Poppins" pitchFamily="2" charset="77"/>
              <a:cs typeface="Poppins" pitchFamily="2" charset="77"/>
            </a:endParaRPr>
          </a:p>
        </p:txBody>
      </p:sp>
      <p:sp>
        <p:nvSpPr>
          <p:cNvPr id="13" name="Rounded Rectangle 12">
            <a:extLst>
              <a:ext uri="{FF2B5EF4-FFF2-40B4-BE49-F238E27FC236}">
                <a16:creationId xmlns:a16="http://schemas.microsoft.com/office/drawing/2014/main" id="{6CB44304-6FFD-A06B-BA24-BC186EC8BDB3}"/>
              </a:ext>
            </a:extLst>
          </p:cNvPr>
          <p:cNvSpPr/>
          <p:nvPr/>
        </p:nvSpPr>
        <p:spPr>
          <a:xfrm>
            <a:off x="7825187" y="3134043"/>
            <a:ext cx="2642082" cy="396000"/>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23300"/>
                </a:solidFill>
                <a:latin typeface="Poppins" pitchFamily="2" charset="77"/>
                <a:cs typeface="Poppins" pitchFamily="2" charset="77"/>
              </a:rPr>
              <a:t>&lt;</a:t>
            </a:r>
            <a:r>
              <a:rPr lang="en-US" sz="1200">
                <a:solidFill>
                  <a:srgbClr val="423300"/>
                </a:solidFill>
                <a:latin typeface="Poppins" pitchFamily="2" charset="77"/>
                <a:cs typeface="Poppins" pitchFamily="2" charset="77"/>
              </a:rPr>
              <a:t>div&gt;</a:t>
            </a:r>
            <a:r>
              <a:rPr lang="en-US" sz="1200" dirty="0">
                <a:solidFill>
                  <a:srgbClr val="423300"/>
                </a:solidFill>
                <a:latin typeface="Poppins" pitchFamily="2" charset="77"/>
                <a:cs typeface="Poppins" pitchFamily="2" charset="77"/>
              </a:rPr>
              <a:t>Middle Container&lt;/</a:t>
            </a:r>
            <a:r>
              <a:rPr lang="en-US" sz="1200">
                <a:solidFill>
                  <a:srgbClr val="423300"/>
                </a:solidFill>
                <a:latin typeface="Poppins" pitchFamily="2" charset="77"/>
                <a:cs typeface="Poppins" pitchFamily="2" charset="77"/>
              </a:rPr>
              <a:t>div&gt;</a:t>
            </a:r>
            <a:endParaRPr lang="en-US" sz="1200" dirty="0">
              <a:solidFill>
                <a:srgbClr val="423300"/>
              </a:solidFill>
              <a:latin typeface="Poppins" pitchFamily="2" charset="77"/>
              <a:cs typeface="Poppins" pitchFamily="2" charset="77"/>
            </a:endParaRPr>
          </a:p>
        </p:txBody>
      </p:sp>
      <p:cxnSp>
        <p:nvCxnSpPr>
          <p:cNvPr id="18" name="Straight Arrow Connector 17">
            <a:extLst>
              <a:ext uri="{FF2B5EF4-FFF2-40B4-BE49-F238E27FC236}">
                <a16:creationId xmlns:a16="http://schemas.microsoft.com/office/drawing/2014/main" id="{2BA46BF5-728A-49EB-7729-5846F50ABE3F}"/>
              </a:ext>
            </a:extLst>
          </p:cNvPr>
          <p:cNvCxnSpPr>
            <a:cxnSpLocks/>
          </p:cNvCxnSpPr>
          <p:nvPr/>
        </p:nvCxnSpPr>
        <p:spPr>
          <a:xfrm flipV="1">
            <a:off x="9146228" y="3530043"/>
            <a:ext cx="0" cy="39038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2C54F1C-5C34-E326-5172-A42267D9503B}"/>
              </a:ext>
            </a:extLst>
          </p:cNvPr>
          <p:cNvCxnSpPr>
            <a:cxnSpLocks/>
          </p:cNvCxnSpPr>
          <p:nvPr/>
        </p:nvCxnSpPr>
        <p:spPr>
          <a:xfrm flipV="1">
            <a:off x="9146228" y="2734515"/>
            <a:ext cx="0" cy="39038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92EE482B-A7FF-8449-D6FA-950BC82D662A}"/>
              </a:ext>
            </a:extLst>
          </p:cNvPr>
          <p:cNvPicPr>
            <a:picLocks noChangeAspect="1"/>
          </p:cNvPicPr>
          <p:nvPr/>
        </p:nvPicPr>
        <p:blipFill>
          <a:blip r:embed="rId6"/>
          <a:stretch>
            <a:fillRect/>
          </a:stretch>
        </p:blipFill>
        <p:spPr>
          <a:xfrm>
            <a:off x="8786228" y="1934888"/>
            <a:ext cx="720000" cy="720000"/>
          </a:xfrm>
          <a:prstGeom prst="rect">
            <a:avLst/>
          </a:prstGeom>
        </p:spPr>
      </p:pic>
    </p:spTree>
    <p:extLst>
      <p:ext uri="{BB962C8B-B14F-4D97-AF65-F5344CB8AC3E}">
        <p14:creationId xmlns:p14="http://schemas.microsoft.com/office/powerpoint/2010/main" val="21965264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4-point Star 4">
            <a:extLst>
              <a:ext uri="{FF2B5EF4-FFF2-40B4-BE49-F238E27FC236}">
                <a16:creationId xmlns:a16="http://schemas.microsoft.com/office/drawing/2014/main" id="{72042A47-18F1-19EA-DA4D-4B338208F7AB}"/>
              </a:ext>
            </a:extLst>
          </p:cNvPr>
          <p:cNvSpPr/>
          <p:nvPr/>
        </p:nvSpPr>
        <p:spPr>
          <a:xfrm rot="2055929">
            <a:off x="4957213" y="6005811"/>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567DD399-6D96-8282-2AF3-7548B8B8E838}"/>
              </a:ext>
            </a:extLst>
          </p:cNvPr>
          <p:cNvSpPr/>
          <p:nvPr/>
        </p:nvSpPr>
        <p:spPr>
          <a:xfrm rot="787370">
            <a:off x="11307113" y="826475"/>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0BFD952C-DB3A-88EE-1426-2396912F87A0}"/>
              </a:ext>
            </a:extLst>
          </p:cNvPr>
          <p:cNvSpPr/>
          <p:nvPr/>
        </p:nvSpPr>
        <p:spPr>
          <a:xfrm rot="20264836">
            <a:off x="350368" y="1028971"/>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F8D7621-FC0B-5370-77AC-A12637AA9E62}"/>
              </a:ext>
            </a:extLst>
          </p:cNvPr>
          <p:cNvPicPr>
            <a:picLocks noChangeAspect="1"/>
          </p:cNvPicPr>
          <p:nvPr/>
        </p:nvPicPr>
        <p:blipFill>
          <a:blip r:embed="rId3"/>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1E962599-37BE-7875-19E0-45ED97D7B794}"/>
              </a:ext>
            </a:extLst>
          </p:cNvPr>
          <p:cNvSpPr>
            <a:spLocks noGrp="1"/>
          </p:cNvSpPr>
          <p:nvPr>
            <p:ph type="ctrTitle"/>
          </p:nvPr>
        </p:nvSpPr>
        <p:spPr>
          <a:xfrm>
            <a:off x="490176" y="236"/>
            <a:ext cx="11205000"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Understanding</a:t>
            </a:r>
            <a:r>
              <a:rPr lang="en-US" sz="3600" b="1" dirty="0">
                <a:solidFill>
                  <a:schemeClr val="accent2">
                    <a:lumMod val="75000"/>
                  </a:schemeClr>
                </a:solidFill>
                <a:latin typeface="Poppins" pitchFamily="2" charset="77"/>
                <a:cs typeface="Poppins" pitchFamily="2" charset="77"/>
              </a:rPr>
              <a:t> </a:t>
            </a:r>
            <a:r>
              <a:rPr lang="en-US" sz="3600" b="1" dirty="0" err="1">
                <a:solidFill>
                  <a:schemeClr val="accent2">
                    <a:lumMod val="75000"/>
                  </a:schemeClr>
                </a:solidFill>
                <a:latin typeface="Poppins" pitchFamily="2" charset="77"/>
                <a:cs typeface="Poppins" pitchFamily="2" charset="77"/>
              </a:rPr>
              <a:t>eventPhase</a:t>
            </a:r>
            <a:r>
              <a:rPr lang="en-US" sz="3600" b="1" dirty="0">
                <a:solidFill>
                  <a:schemeClr val="accent2">
                    <a:lumMod val="75000"/>
                  </a:schemeClr>
                </a:solidFill>
                <a:latin typeface="Poppins" pitchFamily="2" charset="77"/>
                <a:cs typeface="Poppins" pitchFamily="2" charset="77"/>
              </a:rPr>
              <a:t> Property</a:t>
            </a:r>
          </a:p>
        </p:txBody>
      </p:sp>
      <p:sp>
        <p:nvSpPr>
          <p:cNvPr id="13" name="TextBox 12">
            <a:extLst>
              <a:ext uri="{FF2B5EF4-FFF2-40B4-BE49-F238E27FC236}">
                <a16:creationId xmlns:a16="http://schemas.microsoft.com/office/drawing/2014/main" id="{9388901A-6AFA-B04E-B7DA-DB466F89C3C8}"/>
              </a:ext>
            </a:extLst>
          </p:cNvPr>
          <p:cNvSpPr txBox="1"/>
          <p:nvPr/>
        </p:nvSpPr>
        <p:spPr>
          <a:xfrm>
            <a:off x="5956823" y="1520971"/>
            <a:ext cx="5613716" cy="1177245"/>
          </a:xfrm>
          <a:prstGeom prst="rect">
            <a:avLst/>
          </a:prstGeom>
          <a:noFill/>
        </p:spPr>
        <p:txBody>
          <a:bodyPr wrap="square" rtlCol="0">
            <a:spAutoFit/>
          </a:bodyPr>
          <a:lstStyle/>
          <a:p>
            <a:pPr marR="0" lvl="0" defTabSz="914400" rtl="0" eaLnBrk="1" fontAlgn="auto" latinLnBrk="0" hangingPunct="1">
              <a:lnSpc>
                <a:spcPct val="150000"/>
              </a:lnSpc>
              <a:spcBef>
                <a:spcPts val="0"/>
              </a:spcBef>
              <a:spcAft>
                <a:spcPts val="0"/>
              </a:spcAft>
              <a:buClrTx/>
              <a:buSzTx/>
              <a:tabLst/>
              <a:defRPr/>
            </a:pP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The </a:t>
            </a:r>
            <a:r>
              <a:rPr kumimoji="0" lang="en-US" sz="12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event.eventPhase</a:t>
            </a:r>
            <a:r>
              <a:rPr kumimoji="0" lang="en-US" sz="1200" u="none" strike="noStrike" kern="1200" cap="none" spc="0" normalizeH="0" baseline="0" noProof="0" dirty="0">
                <a:ln>
                  <a:noFill/>
                </a:ln>
                <a:solidFill>
                  <a:srgbClr val="423300"/>
                </a:solidFill>
                <a:effectLst/>
                <a:uLnTx/>
                <a:uFillTx/>
                <a:latin typeface="Poppins Medium" pitchFamily="2" charset="77"/>
                <a:cs typeface="Poppins Medium" pitchFamily="2" charset="77"/>
              </a:rPr>
              <a:t> </a:t>
            </a: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property indicates the current phase of an event's propagation in the DOM. It's crucial for managing interactions on web pages, particularly when utilizing both capturing and bubbling phases of event flow.</a:t>
            </a:r>
          </a:p>
        </p:txBody>
      </p:sp>
      <p:pic>
        <p:nvPicPr>
          <p:cNvPr id="2" name="Picture 1">
            <a:extLst>
              <a:ext uri="{FF2B5EF4-FFF2-40B4-BE49-F238E27FC236}">
                <a16:creationId xmlns:a16="http://schemas.microsoft.com/office/drawing/2014/main" id="{32E75E4F-88D0-4363-AEE8-0D45E61FD2F2}"/>
              </a:ext>
            </a:extLst>
          </p:cNvPr>
          <p:cNvPicPr>
            <a:picLocks noChangeAspect="1"/>
          </p:cNvPicPr>
          <p:nvPr/>
        </p:nvPicPr>
        <p:blipFill>
          <a:blip r:embed="rId4"/>
          <a:stretch>
            <a:fillRect/>
          </a:stretch>
        </p:blipFill>
        <p:spPr>
          <a:xfrm>
            <a:off x="490176" y="2294888"/>
            <a:ext cx="5334552" cy="2062693"/>
          </a:xfrm>
          <a:prstGeom prst="rect">
            <a:avLst/>
          </a:prstGeom>
        </p:spPr>
      </p:pic>
      <p:sp>
        <p:nvSpPr>
          <p:cNvPr id="9" name="TextBox 8">
            <a:extLst>
              <a:ext uri="{FF2B5EF4-FFF2-40B4-BE49-F238E27FC236}">
                <a16:creationId xmlns:a16="http://schemas.microsoft.com/office/drawing/2014/main" id="{10D10617-C3CF-098D-5FBD-7D56A190D08B}"/>
              </a:ext>
            </a:extLst>
          </p:cNvPr>
          <p:cNvSpPr txBox="1"/>
          <p:nvPr/>
        </p:nvSpPr>
        <p:spPr>
          <a:xfrm>
            <a:off x="5956823" y="2774789"/>
            <a:ext cx="5613716" cy="2562240"/>
          </a:xfrm>
          <a:prstGeom prst="rect">
            <a:avLst/>
          </a:prstGeom>
          <a:noFill/>
        </p:spPr>
        <p:txBody>
          <a:bodyPr wrap="square" rtlCol="0">
            <a:spAutoFit/>
          </a:bodyPr>
          <a:lstStyle/>
          <a:p>
            <a:pPr marL="171450" marR="0" lvl="0" indent="-17145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2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Value 1: Capturing Phase </a:t>
            </a:r>
            <a:b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b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Event descends from the document root to the target. Only listeners registered for capture (</a:t>
            </a:r>
            <a:r>
              <a:rPr kumimoji="0" lang="en-US" sz="1200" b="0" i="0" u="none" strike="noStrike" kern="1200" cap="none" spc="0" normalizeH="0" baseline="0" noProof="0" dirty="0" err="1">
                <a:ln>
                  <a:noFill/>
                </a:ln>
                <a:solidFill>
                  <a:srgbClr val="745A00"/>
                </a:solidFill>
                <a:effectLst/>
                <a:uLnTx/>
                <a:uFillTx/>
                <a:latin typeface="Poppins" pitchFamily="2" charset="77"/>
                <a:ea typeface="+mn-ea"/>
                <a:cs typeface="Poppins" pitchFamily="2" charset="77"/>
              </a:rPr>
              <a:t>useCapture</a:t>
            </a: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 true) trigger. </a:t>
            </a:r>
          </a:p>
          <a:p>
            <a:pPr marL="171450" marR="0" lvl="0" indent="-17145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200" b="1" dirty="0">
                <a:solidFill>
                  <a:srgbClr val="423300"/>
                </a:solidFill>
                <a:latin typeface="Poppins SemiBold" pitchFamily="2" charset="77"/>
                <a:cs typeface="Poppins SemiBold" pitchFamily="2" charset="77"/>
              </a:rPr>
              <a:t>Value 2: At Target </a:t>
            </a:r>
            <a:b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b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Event is at the target element. Listeners attached directly to the target for both capturing and bubbling trigger here. </a:t>
            </a:r>
          </a:p>
          <a:p>
            <a:pPr marL="171450" marR="0" lvl="0" indent="-17145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200" b="1" dirty="0">
                <a:solidFill>
                  <a:srgbClr val="423300"/>
                </a:solidFill>
                <a:latin typeface="Poppins SemiBold" pitchFamily="2" charset="77"/>
                <a:cs typeface="Poppins SemiBold" pitchFamily="2" charset="77"/>
              </a:rPr>
              <a:t>Value 3: Bubbling Phase </a:t>
            </a:r>
            <a:b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b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Event ascends from the target to the document root. Only non-capturing listeners (</a:t>
            </a:r>
            <a:r>
              <a:rPr kumimoji="0" lang="en-US" sz="1200" b="0" i="0" u="none" strike="noStrike" kern="1200" cap="none" spc="0" normalizeH="0" baseline="0" noProof="0" dirty="0" err="1">
                <a:ln>
                  <a:noFill/>
                </a:ln>
                <a:solidFill>
                  <a:srgbClr val="745A00"/>
                </a:solidFill>
                <a:effectLst/>
                <a:uLnTx/>
                <a:uFillTx/>
                <a:latin typeface="Poppins" pitchFamily="2" charset="77"/>
                <a:ea typeface="+mn-ea"/>
                <a:cs typeface="Poppins" pitchFamily="2" charset="77"/>
              </a:rPr>
              <a:t>useCapture</a:t>
            </a: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 false) activate.</a:t>
            </a:r>
          </a:p>
        </p:txBody>
      </p:sp>
    </p:spTree>
    <p:extLst>
      <p:ext uri="{BB962C8B-B14F-4D97-AF65-F5344CB8AC3E}">
        <p14:creationId xmlns:p14="http://schemas.microsoft.com/office/powerpoint/2010/main" val="25413804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6118</TotalTime>
  <Words>327</Words>
  <Application>Microsoft Macintosh PowerPoint</Application>
  <PresentationFormat>Widescreen</PresentationFormat>
  <Paragraphs>33</Paragraphs>
  <Slides>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Calibri Light</vt:lpstr>
      <vt:lpstr>Poppins</vt:lpstr>
      <vt:lpstr>Poppins Medium</vt:lpstr>
      <vt:lpstr>Poppins SemiBold</vt:lpstr>
      <vt:lpstr>Office Theme</vt:lpstr>
      <vt:lpstr>Event Bubbling, Capture And Stopping Propagation</vt:lpstr>
      <vt:lpstr>Stage1: What is Event Capture Phase</vt:lpstr>
      <vt:lpstr>Stage 2 + 3: Target Phase + Bubbling Phase</vt:lpstr>
      <vt:lpstr>Using stopPropagation()</vt:lpstr>
      <vt:lpstr>Understanding eventPhase Property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NESTJS</dc:title>
  <dc:creator>Microsoft Office User</dc:creator>
  <cp:lastModifiedBy>Microsoft Office User</cp:lastModifiedBy>
  <cp:revision>530</cp:revision>
  <dcterms:created xsi:type="dcterms:W3CDTF">2024-02-28T11:24:07Z</dcterms:created>
  <dcterms:modified xsi:type="dcterms:W3CDTF">2024-11-15T11:49:08Z</dcterms:modified>
</cp:coreProperties>
</file>