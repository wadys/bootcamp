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345" r:id="rId3"/>
    <p:sldId id="349" r:id="rId4"/>
    <p:sldId id="3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8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DAE7-B6FA-4B99-82CD-5DA28972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FA78F-D534-8EAD-6847-799F08E7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76D0-006F-E45D-789E-0D12879F3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A5600-8F52-B3A3-244C-D362523AC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A016-DA54-D64F-EAA0-7E270810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CD797-04F9-CD35-9C94-964EA58E6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E5781-0792-EC73-1857-4F05F4471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1F787-AFF0-E769-23C6-E53605ADA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08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emf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What is a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Controller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BC947DD-51D9-8B42-CFD6-9990EEEA7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6655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How We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Process 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C20DB-B3C8-F6CB-C48A-38A57761FCEC}"/>
              </a:ext>
            </a:extLst>
          </p:cNvPr>
          <p:cNvSpPr txBox="1"/>
          <p:nvPr/>
        </p:nvSpPr>
        <p:spPr>
          <a:xfrm>
            <a:off x="1264794" y="4329917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 web development, the purpose of a route is to direct incoming </a:t>
            </a: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requests to the appropriate controller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based on the URL and HTTP method. This ensures that each request is handled by the specific controller logic designed to process it, maintaining organized and efficient request management.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24BD5-E306-FB4F-C301-C0491C313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1941" y="2536498"/>
            <a:ext cx="720000" cy="720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271FDF-1401-2855-643B-65222600B6B3}"/>
              </a:ext>
            </a:extLst>
          </p:cNvPr>
          <p:cNvCxnSpPr>
            <a:cxnSpLocks/>
          </p:cNvCxnSpPr>
          <p:nvPr/>
        </p:nvCxnSpPr>
        <p:spPr>
          <a:xfrm>
            <a:off x="3944942" y="2598701"/>
            <a:ext cx="70225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44F0AD-6627-B6EC-24BC-234C40E47D62}"/>
              </a:ext>
            </a:extLst>
          </p:cNvPr>
          <p:cNvCxnSpPr>
            <a:cxnSpLocks/>
          </p:cNvCxnSpPr>
          <p:nvPr/>
        </p:nvCxnSpPr>
        <p:spPr>
          <a:xfrm>
            <a:off x="7421405" y="2598701"/>
            <a:ext cx="70225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1287B2-8C14-2D05-1D5B-1BB0F28113FB}"/>
              </a:ext>
            </a:extLst>
          </p:cNvPr>
          <p:cNvCxnSpPr>
            <a:cxnSpLocks/>
          </p:cNvCxnSpPr>
          <p:nvPr/>
        </p:nvCxnSpPr>
        <p:spPr>
          <a:xfrm flipH="1">
            <a:off x="3944942" y="3233605"/>
            <a:ext cx="411470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F3A6AEB7-5362-C953-FD48-AF004327B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8089" y="2297602"/>
            <a:ext cx="1768847" cy="4777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6DA408-615E-6E28-4EB3-239326EA4E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084" y="2483439"/>
            <a:ext cx="720000" cy="72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626603-EC43-21C1-0B2F-6FA3B782F935}"/>
              </a:ext>
            </a:extLst>
          </p:cNvPr>
          <p:cNvSpPr txBox="1"/>
          <p:nvPr/>
        </p:nvSpPr>
        <p:spPr>
          <a:xfrm>
            <a:off x="2388438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Client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055CF-8238-AA85-8288-5535987CEE8B}"/>
              </a:ext>
            </a:extLst>
          </p:cNvPr>
          <p:cNvSpPr txBox="1"/>
          <p:nvPr/>
        </p:nvSpPr>
        <p:spPr>
          <a:xfrm>
            <a:off x="8149158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route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889A5-D936-995E-3657-2781709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4FBDFDB2-5229-2B1D-619B-1BC8E1BD051E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D239883B-6856-62C1-1FFE-25D0FC47F467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92224ACD-A792-8271-8F80-65390310F4DF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AFBB2-8BDD-3C3D-7110-E28D9A9DD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710CAE1-0886-10A1-9B82-7DFBF0307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We Need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Controllers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C7426-F876-E843-57A6-A0FF415E3F41}"/>
              </a:ext>
            </a:extLst>
          </p:cNvPr>
          <p:cNvSpPr txBox="1"/>
          <p:nvPr/>
        </p:nvSpPr>
        <p:spPr>
          <a:xfrm>
            <a:off x="1264794" y="4329917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 controller is a specialized file designed to manage interactions for a single entity or resource. It handles business logic, orchestrates model interactions, and prepares data for the view, ensuring responsibilities are clearly separated and organized within the application.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C5EB7-DCBA-AF7E-0782-93CF390A7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338" y="2480325"/>
            <a:ext cx="720000" cy="720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622158-4F58-D7A1-05E4-F174EF1C648E}"/>
              </a:ext>
            </a:extLst>
          </p:cNvPr>
          <p:cNvCxnSpPr>
            <a:cxnSpLocks/>
          </p:cNvCxnSpPr>
          <p:nvPr/>
        </p:nvCxnSpPr>
        <p:spPr>
          <a:xfrm>
            <a:off x="2654339" y="2542528"/>
            <a:ext cx="70225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0BD892-36E7-E15B-91BE-13A8EF2763C1}"/>
              </a:ext>
            </a:extLst>
          </p:cNvPr>
          <p:cNvCxnSpPr>
            <a:cxnSpLocks/>
          </p:cNvCxnSpPr>
          <p:nvPr/>
        </p:nvCxnSpPr>
        <p:spPr>
          <a:xfrm>
            <a:off x="6130802" y="2542528"/>
            <a:ext cx="70225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B9F8C4-17F0-F47E-3426-241E0DD14FFD}"/>
              </a:ext>
            </a:extLst>
          </p:cNvPr>
          <p:cNvCxnSpPr>
            <a:cxnSpLocks/>
          </p:cNvCxnSpPr>
          <p:nvPr/>
        </p:nvCxnSpPr>
        <p:spPr>
          <a:xfrm flipH="1">
            <a:off x="2654339" y="3177432"/>
            <a:ext cx="6254404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B818AE5E-1DBF-FEDA-6D11-1C1432A44C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7486" y="2241429"/>
            <a:ext cx="1768847" cy="4777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411F4A-204D-06AF-4672-E75EB7A048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2481" y="2181088"/>
            <a:ext cx="540000" cy="54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570A00-1CAC-75E2-4B96-59500243591D}"/>
              </a:ext>
            </a:extLst>
          </p:cNvPr>
          <p:cNvSpPr txBox="1"/>
          <p:nvPr/>
        </p:nvSpPr>
        <p:spPr>
          <a:xfrm>
            <a:off x="1097835" y="3323492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Client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7614CD-D9B0-B104-F3C1-147FADEF8578}"/>
              </a:ext>
            </a:extLst>
          </p:cNvPr>
          <p:cNvSpPr txBox="1"/>
          <p:nvPr/>
        </p:nvSpPr>
        <p:spPr>
          <a:xfrm>
            <a:off x="6769047" y="2692290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route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AE7FCE5-C22D-DDFE-1301-9CC0B857D60A}"/>
              </a:ext>
            </a:extLst>
          </p:cNvPr>
          <p:cNvCxnSpPr>
            <a:cxnSpLocks/>
          </p:cNvCxnSpPr>
          <p:nvPr/>
        </p:nvCxnSpPr>
        <p:spPr>
          <a:xfrm>
            <a:off x="8188202" y="2542528"/>
            <a:ext cx="70225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9C47751-89CA-2021-4C16-BBD82D6811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2201" y="2364018"/>
            <a:ext cx="720000" cy="7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6FDBFE-7E85-9D43-E5DA-FE7E52250180}"/>
              </a:ext>
            </a:extLst>
          </p:cNvPr>
          <p:cNvSpPr txBox="1"/>
          <p:nvPr/>
        </p:nvSpPr>
        <p:spPr>
          <a:xfrm>
            <a:off x="8908743" y="3195210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1274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52AA5-005F-151F-4C74-C37B1AA5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70598F20-E453-1168-9CD7-A0235D1B2B7D}"/>
              </a:ext>
            </a:extLst>
          </p:cNvPr>
          <p:cNvSpPr/>
          <p:nvPr/>
        </p:nvSpPr>
        <p:spPr>
          <a:xfrm rot="2055929">
            <a:off x="551268" y="217651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75DEEC9C-0492-588A-5A78-EE6BC68F6907}"/>
              </a:ext>
            </a:extLst>
          </p:cNvPr>
          <p:cNvSpPr/>
          <p:nvPr/>
        </p:nvSpPr>
        <p:spPr>
          <a:xfrm rot="787370">
            <a:off x="3673224" y="6160210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8055D254-EA30-991D-EC88-4438CEBC20F4}"/>
              </a:ext>
            </a:extLst>
          </p:cNvPr>
          <p:cNvSpPr/>
          <p:nvPr/>
        </p:nvSpPr>
        <p:spPr>
          <a:xfrm rot="20264836">
            <a:off x="9556017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2DC92-8618-AB44-7B36-A4545ED1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C2D5F58-3379-8161-A209-2C6F86BA6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A Controller For Each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Entity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0B197-53D4-F6F5-B8C1-F0F817807E14}"/>
              </a:ext>
            </a:extLst>
          </p:cNvPr>
          <p:cNvSpPr txBox="1"/>
          <p:nvPr/>
        </p:nvSpPr>
        <p:spPr>
          <a:xfrm>
            <a:off x="1264794" y="4482827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When a GET request targets a </a:t>
            </a:r>
            <a:r>
              <a:rPr lang="en-US" sz="1400" b="1" dirty="0" err="1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usersRouter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, it is routed to the </a:t>
            </a:r>
            <a:r>
              <a:rPr lang="en-US" sz="1400" b="1" dirty="0" err="1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usersController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for processing. This controller handles the request, retrieves necessary data, and sends the response, effectively managing all user-related operations within its designated scope.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8194B5-3E4D-D43A-9168-6DE66C5C6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338" y="2598702"/>
            <a:ext cx="720000" cy="720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9244DF-5684-B6E9-3093-25E133DE1E22}"/>
              </a:ext>
            </a:extLst>
          </p:cNvPr>
          <p:cNvCxnSpPr>
            <a:cxnSpLocks/>
          </p:cNvCxnSpPr>
          <p:nvPr/>
        </p:nvCxnSpPr>
        <p:spPr>
          <a:xfrm>
            <a:off x="2654339" y="2542528"/>
            <a:ext cx="302408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806626-B32F-CA0F-B9FA-E167FEC5286D}"/>
              </a:ext>
            </a:extLst>
          </p:cNvPr>
          <p:cNvCxnSpPr>
            <a:cxnSpLocks/>
          </p:cNvCxnSpPr>
          <p:nvPr/>
        </p:nvCxnSpPr>
        <p:spPr>
          <a:xfrm flipH="1">
            <a:off x="2654339" y="3424320"/>
            <a:ext cx="674786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0414330-29F3-5A2F-D46A-C7802C614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819" y="2181088"/>
            <a:ext cx="540000" cy="54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8B37B1C-896E-1440-2246-DCB26120C155}"/>
              </a:ext>
            </a:extLst>
          </p:cNvPr>
          <p:cNvSpPr txBox="1"/>
          <p:nvPr/>
        </p:nvSpPr>
        <p:spPr>
          <a:xfrm>
            <a:off x="5238385" y="2692290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usersRouter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8DC9CC-22EC-929F-1A15-187A470A03CC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492513" y="1512166"/>
            <a:ext cx="2909688" cy="103036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F2D35B27-C576-A7BA-DC80-5A6D86F37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2201" y="1152166"/>
            <a:ext cx="720000" cy="72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895AE26-CEFA-3F0C-83A2-F8ED928E1676}"/>
              </a:ext>
            </a:extLst>
          </p:cNvPr>
          <p:cNvSpPr txBox="1"/>
          <p:nvPr/>
        </p:nvSpPr>
        <p:spPr>
          <a:xfrm>
            <a:off x="8908743" y="1983358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FBA0752-56B9-533A-0600-FB39A91254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2201" y="2816374"/>
            <a:ext cx="720000" cy="720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261C09-8EB8-9B27-BECB-B8929E962396}"/>
              </a:ext>
            </a:extLst>
          </p:cNvPr>
          <p:cNvSpPr txBox="1"/>
          <p:nvPr/>
        </p:nvSpPr>
        <p:spPr>
          <a:xfrm>
            <a:off x="8908743" y="3647566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EFBE5D-1F26-9BBE-9AEA-DA917E32EBB6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492513" y="2553397"/>
            <a:ext cx="2909688" cy="62297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01D1B1-D2F3-EEDC-FA5B-AE36E38B78B5}"/>
              </a:ext>
            </a:extLst>
          </p:cNvPr>
          <p:cNvSpPr txBox="1"/>
          <p:nvPr/>
        </p:nvSpPr>
        <p:spPr>
          <a:xfrm>
            <a:off x="2547596" y="2156482"/>
            <a:ext cx="856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GET /users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F60469B-C609-5B62-CC9E-D43D80C08A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7357" y="18441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2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5856</TotalTime>
  <Words>171</Words>
  <Application>Microsoft Macintosh PowerPoint</Application>
  <PresentationFormat>Widescreen</PresentationFormat>
  <Paragraphs>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What is a Controller</vt:lpstr>
      <vt:lpstr>How We Process Request</vt:lpstr>
      <vt:lpstr>We Need Controllers</vt:lpstr>
      <vt:lpstr>A Controller For Each Entity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633</cp:revision>
  <dcterms:created xsi:type="dcterms:W3CDTF">2024-02-28T11:24:07Z</dcterms:created>
  <dcterms:modified xsi:type="dcterms:W3CDTF">2024-10-04T09:32:33Z</dcterms:modified>
</cp:coreProperties>
</file>