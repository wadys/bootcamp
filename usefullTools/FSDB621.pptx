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345" r:id="rId3"/>
    <p:sldId id="355" r:id="rId4"/>
    <p:sldId id="351" r:id="rId5"/>
    <p:sldId id="357" r:id="rId6"/>
    <p:sldId id="3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3300"/>
    <a:srgbClr val="745A00"/>
    <a:srgbClr val="61456A"/>
    <a:srgbClr val="C55A11"/>
    <a:srgbClr val="AD6513"/>
    <a:srgbClr val="FCC613"/>
    <a:srgbClr val="FFDD6D"/>
    <a:srgbClr val="DD53F8"/>
    <a:srgbClr val="E100FF"/>
    <a:srgbClr val="E85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18"/>
    <p:restoredTop sz="91126"/>
  </p:normalViewPr>
  <p:slideViewPr>
    <p:cSldViewPr snapToGrid="0" showGuides="1">
      <p:cViewPr varScale="1">
        <p:scale>
          <a:sx n="140" d="100"/>
          <a:sy n="140" d="100"/>
        </p:scale>
        <p:origin x="1032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AFF5F-4593-4642-B263-46DC71846A50}" type="datetimeFigureOut">
              <a:rPr lang="en-US" smtClean="0"/>
              <a:t>10/5/24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D73B4-3B7A-5C47-BA0A-325276D0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0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08086-3F50-6B21-F11D-D596A1B28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F869C-0979-778C-E6F3-FA2616613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5CCF7-3D8B-35B5-4950-C203563F0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5F4C7-44EB-8560-3395-20BB16A1E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644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A7539-DE5B-FE24-D293-93B92FBD7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A8259-785C-6F4A-A48D-64325D623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F34DC-FE0C-D3CD-6208-79C37159B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6E978-4A22-203F-E7E5-2B1F9625AD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2285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AC5E4-22AB-8DDE-708A-0FF0C6904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D6389-6AA2-51F3-CED5-39F071D13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266495-70FC-2CE9-4914-7C4BAE4F6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5B8FA-1019-4EE5-0A32-968DF583D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3345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47488-8ACA-35DA-22C1-A2DB7F2D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8B8676-ED57-E911-9718-C685F9CCE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E3176-834C-FEAC-66D4-3B9AB6316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A564F-0F8E-670E-FEF1-8D9C97FF8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681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82CD4-61F6-1639-B29B-FABE89F1A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B9642-72D1-C5A6-1DE3-38B391818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989A12-92B3-4A12-7F1A-756B6AA1C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8BB21-42CC-064B-B511-AF309C1E5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700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14B0-5224-B0DF-7293-F40663175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8810A-B6B9-C0BD-1265-DFCF18146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19265-9BFA-1BC2-CDD6-47A3F947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74205-5F65-3747-0E48-5926F2DAE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49A60-B65A-047C-1901-9E58799F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42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0753-60BE-D4E8-DF98-50EB8781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FF022-9CC0-F395-2126-25FD48B7E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5A9DC-7053-2EC2-614A-ACE263E4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87403-D3DF-EED7-AC4A-58DC6ACD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F9626-CF06-4327-1460-B41D736A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89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58E38-3DF8-0E50-B41F-24E2F964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F70C4-F003-C288-3E3B-F320E8EDA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F0F96-1D0B-7BE6-0DA5-722FDD17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FA99A-36B8-13EE-009B-F71B62B1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5676F-30E5-E5C7-0601-07574EB2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19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4B8B2-55D6-055B-5C09-E65DD8C9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256CA-6EF2-B2E8-7D4B-52ECBC95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56E81-36C0-EE8A-9E4E-8470ED1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A4CF9-8A85-9602-5D37-E5036C3F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8346B-1F76-4AD0-4C90-AD723428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91F1-5E0B-7A68-8722-F1575298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4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BFBBD-1722-4224-F9BB-8EBD1C001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4CB22-1AE7-CA9A-D0DC-DC783753C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5AA36-5AC2-7491-7C18-242609E9F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99B3A-36E2-CFCE-6301-878B769EC1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6ABAF-F340-A78E-DFD6-A0867F846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998BD-30CD-7920-E753-C252CA2B2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7ABC1-3752-46E5-F1AF-00F01D4BE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F4455-339C-F08F-C4CD-B3F2A795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3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AA960-22DE-E5A9-7830-63B79FA74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E3637-07FD-41EA-C7DB-1E60FA870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F13C8-AE6B-EC91-149D-C4F99AB0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6A696-6FF2-5CBD-6F28-EC15D5709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98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68334D-D93A-3844-6818-5266D3B3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B9EED5-89A1-ACE4-55B7-3E9C29A5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A3269-AD29-F734-147B-CF871F8F9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1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EF10A-D478-0EAA-0D79-6B8962636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01B23-CF69-1895-9367-83A95BCF1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00D4B-7EEA-3448-A4D6-3B78AD012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56B4C-B757-9048-D019-358A416E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E17CD-B648-BBC6-40F2-86A87DD4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5F0EB-2058-FC2E-EDCF-37CD7BC3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5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20EC-5AFE-8DF7-F581-AEE45E4A9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9887F-796D-C2EF-5316-35FE57640F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6A06E-DDBD-D2B6-9290-9E50813A4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558D9-110B-23FB-23FE-284059F2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8022B-6382-BE9C-A25F-0B02B029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23489-F0FC-18E2-45F1-463EFAAB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1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9BB7-6F7E-5B81-4F71-4BE77773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98EFD-6E2D-073D-2777-B8197B8AD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CEA36-4478-D24E-E2AB-CF9EEA3E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BC77E-E47B-EBFA-D7E2-EB8CAFC4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8DF2F-19EC-AA0F-C42C-20F34B9C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5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DB8503-2440-79EE-E716-072BE6DE3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F235D-189D-2752-0AD8-7B97748C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6B4F1-B968-C9DC-36A0-40D3A924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11C7E-F8C8-E7B1-5AE1-6C0FD243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64DB4-9403-A5D1-815E-2C890E8D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3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9037D-89B3-121A-2C40-3A64E3262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CA659-082C-0B10-3680-E2AAC011B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14A2A-5365-7A34-B293-F60F54484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3B83F-380E-CA22-46AF-AE6DC794F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42CC-6023-539B-3E1C-4866E62C8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9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FDEFE-3BD7-6534-F0FE-3E6113B81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796" y="2189079"/>
            <a:ext cx="9144000" cy="2030550"/>
          </a:xfrm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US" sz="38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Understanding What is</a:t>
            </a:r>
            <a:br>
              <a:rPr lang="en-US" sz="38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</a:br>
            <a:r>
              <a:rPr lang="en-US" sz="38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Mongoose</a:t>
            </a:r>
          </a:p>
        </p:txBody>
      </p:sp>
      <p:sp>
        <p:nvSpPr>
          <p:cNvPr id="5" name="4-point Star 4">
            <a:extLst>
              <a:ext uri="{FF2B5EF4-FFF2-40B4-BE49-F238E27FC236}">
                <a16:creationId xmlns:a16="http://schemas.microsoft.com/office/drawing/2014/main" id="{72042A47-18F1-19EA-DA4D-4B338208F7AB}"/>
              </a:ext>
            </a:extLst>
          </p:cNvPr>
          <p:cNvSpPr/>
          <p:nvPr/>
        </p:nvSpPr>
        <p:spPr>
          <a:xfrm rot="2055929">
            <a:off x="2050484" y="517788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567DD399-6D96-8282-2AF3-7548B8B8E838}"/>
              </a:ext>
            </a:extLst>
          </p:cNvPr>
          <p:cNvSpPr/>
          <p:nvPr/>
        </p:nvSpPr>
        <p:spPr>
          <a:xfrm rot="787370">
            <a:off x="6810715" y="5903344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0BFD952C-DB3A-88EE-1426-2396912F87A0}"/>
              </a:ext>
            </a:extLst>
          </p:cNvPr>
          <p:cNvSpPr/>
          <p:nvPr/>
        </p:nvSpPr>
        <p:spPr>
          <a:xfrm rot="20264836">
            <a:off x="675273" y="5875098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8D7621-FC0B-5370-77AC-A12637AA9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0976C4D-1AC5-50E3-8628-B479D40EB899}"/>
              </a:ext>
            </a:extLst>
          </p:cNvPr>
          <p:cNvSpPr txBox="1">
            <a:spLocks/>
          </p:cNvSpPr>
          <p:nvPr/>
        </p:nvSpPr>
        <p:spPr>
          <a:xfrm>
            <a:off x="723796" y="4219629"/>
            <a:ext cx="9144000" cy="3919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dirty="0">
                <a:solidFill>
                  <a:srgbClr val="745A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Full-Stack Web Development Bootcamp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8468213-F66A-0661-AF69-9D384537A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081" y="2050247"/>
            <a:ext cx="2859232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22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E94F7-45A3-B780-1611-0989E2B6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5752B060-A796-CC02-A49A-46E15B9DB8A0}"/>
              </a:ext>
            </a:extLst>
          </p:cNvPr>
          <p:cNvSpPr/>
          <p:nvPr/>
        </p:nvSpPr>
        <p:spPr>
          <a:xfrm rot="2055929">
            <a:off x="619117" y="6250266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CB53628D-1E36-4B87-73AC-7F4503E2FE32}"/>
              </a:ext>
            </a:extLst>
          </p:cNvPr>
          <p:cNvSpPr/>
          <p:nvPr/>
        </p:nvSpPr>
        <p:spPr>
          <a:xfrm rot="787370">
            <a:off x="11032449" y="272472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138B1A9C-AA7D-DC51-EADD-1D9AE4C56F1F}"/>
              </a:ext>
            </a:extLst>
          </p:cNvPr>
          <p:cNvSpPr/>
          <p:nvPr/>
        </p:nvSpPr>
        <p:spPr>
          <a:xfrm rot="20264836">
            <a:off x="11509310" y="4635490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F2325D-9631-2624-B351-7C2D71A0D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F67CF8D-E1A7-9AE7-51FF-764F6F19D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Challenges With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MongoDB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8034B3-0734-31DC-EA80-3D3D84685A4E}"/>
              </a:ext>
            </a:extLst>
          </p:cNvPr>
          <p:cNvSpPr txBox="1"/>
          <p:nvPr/>
        </p:nvSpPr>
        <p:spPr>
          <a:xfrm>
            <a:off x="1041545" y="3430274"/>
            <a:ext cx="2987166" cy="200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Even in schema-less databases like MongoDB, structured schemas via tools like Mongoose help enforce consistency and organization within the data.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C3A6DE-5AAF-4E52-86A3-155AEEE95A05}"/>
              </a:ext>
            </a:extLst>
          </p:cNvPr>
          <p:cNvSpPr txBox="1"/>
          <p:nvPr/>
        </p:nvSpPr>
        <p:spPr>
          <a:xfrm>
            <a:off x="1137104" y="3040432"/>
            <a:ext cx="2796048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i="0" dirty="0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Schema Management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3F7823-573D-A9D7-3061-09FED4C1E3FD}"/>
              </a:ext>
            </a:extLst>
          </p:cNvPr>
          <p:cNvSpPr txBox="1"/>
          <p:nvPr/>
        </p:nvSpPr>
        <p:spPr>
          <a:xfrm>
            <a:off x="4598561" y="3430274"/>
            <a:ext cx="2987166" cy="200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Validating data prior to database insertion ensures reliability and integrity, preventing corrupt or undesirable data from being stored.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25B1A7-5BD9-99A6-CF03-D9688BB07C85}"/>
              </a:ext>
            </a:extLst>
          </p:cNvPr>
          <p:cNvSpPr txBox="1"/>
          <p:nvPr/>
        </p:nvSpPr>
        <p:spPr>
          <a:xfrm>
            <a:off x="4694120" y="3040432"/>
            <a:ext cx="2796048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i="0" dirty="0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Data Validation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A0CC64-7B5D-982B-D79E-32A116D8D6FC}"/>
              </a:ext>
            </a:extLst>
          </p:cNvPr>
          <p:cNvSpPr txBox="1"/>
          <p:nvPr/>
        </p:nvSpPr>
        <p:spPr>
          <a:xfrm>
            <a:off x="8054993" y="3430274"/>
            <a:ext cx="2987166" cy="1681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Using MongoDB’s native driver directly can result in cumbersome and verbose code, making data operations complex and error-prone.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4BF7CC-874B-86C5-2925-714341DA4647}"/>
              </a:ext>
            </a:extLst>
          </p:cNvPr>
          <p:cNvSpPr txBox="1"/>
          <p:nvPr/>
        </p:nvSpPr>
        <p:spPr>
          <a:xfrm>
            <a:off x="7891272" y="3040432"/>
            <a:ext cx="3314608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i="0" dirty="0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Complexity in Data Handling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8A72D76-6C8B-6AE3-04C0-EE1C65C5B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175128" y="1959795"/>
            <a:ext cx="720000" cy="72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3AB54B2-7049-B274-8E7C-5297CA27B8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2144" y="1959795"/>
            <a:ext cx="720000" cy="72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51B837-69B0-9E20-2619-188761B6F4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8576" y="1959795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993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D97427-4D08-34D6-C22C-610AE494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D2EA3530-D9E2-FFFF-DCF7-CA959E8ECB83}"/>
              </a:ext>
            </a:extLst>
          </p:cNvPr>
          <p:cNvSpPr/>
          <p:nvPr/>
        </p:nvSpPr>
        <p:spPr>
          <a:xfrm rot="2055929">
            <a:off x="619117" y="6250266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FC9BA549-0620-857B-F53B-0E10981DC9B5}"/>
              </a:ext>
            </a:extLst>
          </p:cNvPr>
          <p:cNvSpPr/>
          <p:nvPr/>
        </p:nvSpPr>
        <p:spPr>
          <a:xfrm rot="787370">
            <a:off x="11032449" y="272472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56483835-F89D-FD02-4C09-DE0D85A43401}"/>
              </a:ext>
            </a:extLst>
          </p:cNvPr>
          <p:cNvSpPr/>
          <p:nvPr/>
        </p:nvSpPr>
        <p:spPr>
          <a:xfrm rot="20264836">
            <a:off x="11509310" y="4635490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50382E-9CE1-6E48-2B26-28769617B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EBF03FC-9599-EA03-34E3-F7F08B452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What is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Mongoose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F6A2C1-A970-367F-F59B-BB156453F78F}"/>
              </a:ext>
            </a:extLst>
          </p:cNvPr>
          <p:cNvSpPr txBox="1"/>
          <p:nvPr/>
        </p:nvSpPr>
        <p:spPr>
          <a:xfrm>
            <a:off x="1660921" y="4468687"/>
            <a:ext cx="8870158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Mongoose is an Object Data Modeling (ODM) library for MongoDB and Node.js that provides a schema-based solution to model your application data. It includes built-in type casting, validation, query building, and business logic hooks, simplifying the interaction with MongoDB.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E48BEC-654E-F3F4-8D75-4C69E1ADA22A}"/>
              </a:ext>
            </a:extLst>
          </p:cNvPr>
          <p:cNvSpPr txBox="1"/>
          <p:nvPr/>
        </p:nvSpPr>
        <p:spPr>
          <a:xfrm>
            <a:off x="3846815" y="4078845"/>
            <a:ext cx="4498370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i="0" dirty="0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Mongoose – Object Data Modelling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90DFE0-6040-A316-94BE-5421A6A4B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5136" y="1905899"/>
            <a:ext cx="4386532" cy="152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7646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DEFDC7-8F36-EAB7-D7AA-6D36468B1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338EA16F-0467-00D0-9447-063EE7C656D4}"/>
              </a:ext>
            </a:extLst>
          </p:cNvPr>
          <p:cNvSpPr/>
          <p:nvPr/>
        </p:nvSpPr>
        <p:spPr>
          <a:xfrm rot="2055929">
            <a:off x="551269" y="1058557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CE077CCD-8C00-0952-2A37-899A983A97D3}"/>
              </a:ext>
            </a:extLst>
          </p:cNvPr>
          <p:cNvSpPr/>
          <p:nvPr/>
        </p:nvSpPr>
        <p:spPr>
          <a:xfrm rot="787370">
            <a:off x="10090618" y="5923504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3A2BAB1B-CEE3-2E1E-BFC3-A4052D508BB5}"/>
              </a:ext>
            </a:extLst>
          </p:cNvPr>
          <p:cNvSpPr/>
          <p:nvPr/>
        </p:nvSpPr>
        <p:spPr>
          <a:xfrm rot="20264836">
            <a:off x="1312900" y="6110639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DF2551-A4F9-325B-8A6F-7A5BD5B6C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68C0B8C-7ADA-3233-E878-D103E5D41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Core Features of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Mongoose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5015CB-DDB9-06AD-D5C9-ADE9D1D07D02}"/>
              </a:ext>
            </a:extLst>
          </p:cNvPr>
          <p:cNvSpPr txBox="1"/>
          <p:nvPr/>
        </p:nvSpPr>
        <p:spPr>
          <a:xfrm>
            <a:off x="4318759" y="2281918"/>
            <a:ext cx="7713828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Schemas: </a:t>
            </a: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Define the structure of documents within a collection. </a:t>
            </a:r>
          </a:p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Models: </a:t>
            </a: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Create constructors compiled from Schema definitions. </a:t>
            </a:r>
          </a:p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Connection Management: </a:t>
            </a: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Simplifies connecting to MongoDB. </a:t>
            </a:r>
          </a:p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Data Validation: </a:t>
            </a: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Built-in validators, as well as custom validation functions. </a:t>
            </a:r>
          </a:p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Middleware: </a:t>
            </a: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Hooks for logic before and after operations on documents.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F01236-74D0-E7DF-AD94-9EC43BB924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912" y="2914337"/>
            <a:ext cx="2964457" cy="1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301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84656-67CD-CCE2-5414-2AE54CBAB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EDD446DC-59D2-4D82-01CF-C78ED53E8DB5}"/>
              </a:ext>
            </a:extLst>
          </p:cNvPr>
          <p:cNvSpPr/>
          <p:nvPr/>
        </p:nvSpPr>
        <p:spPr>
          <a:xfrm rot="2055929">
            <a:off x="881004" y="5830961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CF89571D-3AC9-8225-9C35-85972C6E3419}"/>
              </a:ext>
            </a:extLst>
          </p:cNvPr>
          <p:cNvSpPr/>
          <p:nvPr/>
        </p:nvSpPr>
        <p:spPr>
          <a:xfrm rot="787370">
            <a:off x="10796307" y="495902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05504578-9545-318E-7046-38B84467589C}"/>
              </a:ext>
            </a:extLst>
          </p:cNvPr>
          <p:cNvSpPr/>
          <p:nvPr/>
        </p:nvSpPr>
        <p:spPr>
          <a:xfrm rot="20264836">
            <a:off x="9725381" y="6042226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66B0BF-29CA-730A-3ABB-BCE4998E4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D121885-8283-A94F-7955-FDC23A5CF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Advantages of Using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Mongoose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B9E0B9-5C38-DDAA-CAEF-9673560A17CF}"/>
              </a:ext>
            </a:extLst>
          </p:cNvPr>
          <p:cNvSpPr txBox="1"/>
          <p:nvPr/>
        </p:nvSpPr>
        <p:spPr>
          <a:xfrm>
            <a:off x="4318759" y="1928494"/>
            <a:ext cx="7713828" cy="3054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Simplifies Code: </a:t>
            </a: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Reduces boilerplate, making code cleaner and easier to understand. </a:t>
            </a:r>
          </a:p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Schema Validation</a:t>
            </a: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: Ensures data integrity by enforcing data types and rules. </a:t>
            </a:r>
          </a:p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Advanced Features: </a:t>
            </a: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Supports population, </a:t>
            </a:r>
            <a:r>
              <a:rPr lang="en-US" sz="1400" dirty="0" err="1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virtuals</a:t>
            </a: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, and methods that extend document capabilities. </a:t>
            </a:r>
          </a:p>
          <a:p>
            <a:pPr marL="285750" marR="0" lvl="0" indent="-28575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Community and Support: </a:t>
            </a: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Strong community support, well-documented, and actively maintained.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477058-30F9-0016-8980-631628ACA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912" y="2914337"/>
            <a:ext cx="2964457" cy="1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9694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8942AC-E737-B085-8468-726127351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C2DD0FF7-C32D-F44D-0C81-BA4A6FA5AB7B}"/>
              </a:ext>
            </a:extLst>
          </p:cNvPr>
          <p:cNvSpPr/>
          <p:nvPr/>
        </p:nvSpPr>
        <p:spPr>
          <a:xfrm rot="2055929">
            <a:off x="551269" y="1058557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60AC7F7A-0E41-85F8-FDDE-BA6BE2B31512}"/>
              </a:ext>
            </a:extLst>
          </p:cNvPr>
          <p:cNvSpPr/>
          <p:nvPr/>
        </p:nvSpPr>
        <p:spPr>
          <a:xfrm rot="787370">
            <a:off x="10090618" y="5923504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C5B69D53-A316-4A7E-9E9B-E119A3504CB7}"/>
              </a:ext>
            </a:extLst>
          </p:cNvPr>
          <p:cNvSpPr/>
          <p:nvPr/>
        </p:nvSpPr>
        <p:spPr>
          <a:xfrm rot="20264836">
            <a:off x="1312900" y="6110639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1306E4-660F-8B82-6E6E-15F9C25E5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6A0F334-A3C3-C51D-396F-F282390E0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Example of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Mongoose Schema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B52F3-E84F-7A39-C803-244B33407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943" y="1118284"/>
            <a:ext cx="6401015" cy="495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3047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6003</TotalTime>
  <Words>265</Words>
  <Application>Microsoft Macintosh PowerPoint</Application>
  <PresentationFormat>Widescreen</PresentationFormat>
  <Paragraphs>29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Poppins</vt:lpstr>
      <vt:lpstr>Poppins Medium</vt:lpstr>
      <vt:lpstr>Poppins SemiBold</vt:lpstr>
      <vt:lpstr>Office Theme</vt:lpstr>
      <vt:lpstr>Understanding What is Mongoose</vt:lpstr>
      <vt:lpstr>Challenges With MongoDB</vt:lpstr>
      <vt:lpstr>What is Mongoose</vt:lpstr>
      <vt:lpstr>Core Features of Mongoose</vt:lpstr>
      <vt:lpstr>Advantages of Using Mongoose</vt:lpstr>
      <vt:lpstr>Example of Mongoose Schema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NESTJS</dc:title>
  <dc:creator>Microsoft Office User</dc:creator>
  <cp:lastModifiedBy>Manik Bajaj</cp:lastModifiedBy>
  <cp:revision>684</cp:revision>
  <dcterms:created xsi:type="dcterms:W3CDTF">2024-02-28T11:24:07Z</dcterms:created>
  <dcterms:modified xsi:type="dcterms:W3CDTF">2024-10-05T08:28:22Z</dcterms:modified>
</cp:coreProperties>
</file>