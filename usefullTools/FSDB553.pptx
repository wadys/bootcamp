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345" r:id="rId3"/>
    <p:sldId id="3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3300"/>
    <a:srgbClr val="745A00"/>
    <a:srgbClr val="61456A"/>
    <a:srgbClr val="C55A11"/>
    <a:srgbClr val="AD6513"/>
    <a:srgbClr val="FCC613"/>
    <a:srgbClr val="FFDD6D"/>
    <a:srgbClr val="DD53F8"/>
    <a:srgbClr val="E100FF"/>
    <a:srgbClr val="E85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5"/>
    <p:restoredTop sz="91126"/>
  </p:normalViewPr>
  <p:slideViewPr>
    <p:cSldViewPr snapToGrid="0" showGuides="1">
      <p:cViewPr varScale="1">
        <p:scale>
          <a:sx n="140" d="100"/>
          <a:sy n="140" d="100"/>
        </p:scale>
        <p:origin x="103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AFF5F-4593-4642-B263-46DC71846A50}" type="datetimeFigureOut">
              <a:rPr lang="en-US" smtClean="0"/>
              <a:t>10/2/24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D73B4-3B7A-5C47-BA0A-325276D0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8086-3F50-6B21-F11D-D596A1B2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F869C-0979-778C-E6F3-FA2616613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5CCF7-3D8B-35B5-4950-C203563F0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F4C7-44EB-8560-3395-20BB16A1E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644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4F4F5-7F13-C38B-0E75-36D502CBB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3205E-2F8C-8366-7755-2133B2085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D2307-A461-C9CB-D78A-6D8B2BC4B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1ECB6-7B30-D92C-E937-B19D9BDD2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9442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14B0-5224-B0DF-7293-F40663175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8810A-B6B9-C0BD-1265-DFCF18146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19265-9BFA-1BC2-CDD6-47A3F947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74205-5F65-3747-0E48-5926F2DA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9A60-B65A-047C-1901-9E58799F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0753-60BE-D4E8-DF98-50EB8781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F022-9CC0-F395-2126-25FD48B7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5A9DC-7053-2EC2-614A-ACE263E4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87403-D3DF-EED7-AC4A-58DC6ACD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9626-CF06-4327-1460-B41D736A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8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8E38-3DF8-0E50-B41F-24E2F964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F70C4-F003-C288-3E3B-F320E8EDA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F0F96-1D0B-7BE6-0DA5-722FDD17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A99A-36B8-13EE-009B-F71B62B1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5676F-30E5-E5C7-0601-07574EB2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1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B8B2-55D6-055B-5C09-E65DD8C9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256CA-6EF2-B2E8-7D4B-52ECBC95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56E81-36C0-EE8A-9E4E-8470ED1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A4CF9-8A85-9602-5D37-E5036C3F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8346B-1F76-4AD0-4C90-AD723428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91F1-5E0B-7A68-8722-F1575298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4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FBBD-1722-4224-F9BB-8EBD1C00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4CB22-1AE7-CA9A-D0DC-DC783753C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5AA36-5AC2-7491-7C18-242609E9F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99B3A-36E2-CFCE-6301-878B769EC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6ABAF-F340-A78E-DFD6-A0867F846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998BD-30CD-7920-E753-C252CA2B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7ABC1-3752-46E5-F1AF-00F01D4B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F4455-339C-F08F-C4CD-B3F2A795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3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A960-22DE-E5A9-7830-63B79FA7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E3637-07FD-41EA-C7DB-1E60FA87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F13C8-AE6B-EC91-149D-C4F99AB0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6A696-6FF2-5CBD-6F28-EC15D570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9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8334D-D93A-3844-6818-5266D3B3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9EED5-89A1-ACE4-55B7-3E9C29A5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A3269-AD29-F734-147B-CF871F8F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1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F10A-D478-0EAA-0D79-6B896263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1B23-CF69-1895-9367-83A95BCF1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00D4B-7EEA-3448-A4D6-3B78AD012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56B4C-B757-9048-D019-358A416E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E17CD-B648-BBC6-40F2-86A87DD4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5F0EB-2058-FC2E-EDCF-37CD7BC3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5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20EC-5AFE-8DF7-F581-AEE45E4A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9887F-796D-C2EF-5316-35FE57640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6A06E-DDBD-D2B6-9290-9E50813A4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558D9-110B-23FB-23FE-284059F2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8022B-6382-BE9C-A25F-0B02B029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23489-F0FC-18E2-45F1-463EFAAB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1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9BB7-6F7E-5B81-4F71-4BE77773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98EFD-6E2D-073D-2777-B8197B8AD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CEA36-4478-D24E-E2AB-CF9EEA3E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BC77E-E47B-EBFA-D7E2-EB8CAFC4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8DF2F-19EC-AA0F-C42C-20F34B9C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5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B8503-2440-79EE-E716-072BE6DE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F235D-189D-2752-0AD8-7B97748C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B4F1-B968-C9DC-36A0-40D3A924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11C7E-F8C8-E7B1-5AE1-6C0FD243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4DB4-9403-A5D1-815E-2C890E8D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3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9037D-89B3-121A-2C40-3A64E326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CA659-082C-0B10-3680-E2AAC011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14A2A-5365-7A34-B293-F60F54484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3B83F-380E-CA22-46AF-AE6DC794F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42CC-6023-539B-3E1C-4866E62C8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9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FDEFE-3BD7-6534-F0FE-3E6113B81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796" y="2189079"/>
            <a:ext cx="9144000" cy="203055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What is</a:t>
            </a:r>
            <a:b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38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Express</a:t>
            </a:r>
          </a:p>
        </p:txBody>
      </p:sp>
      <p:sp>
        <p:nvSpPr>
          <p:cNvPr id="5" name="4-point Star 4">
            <a:extLst>
              <a:ext uri="{FF2B5EF4-FFF2-40B4-BE49-F238E27FC236}">
                <a16:creationId xmlns:a16="http://schemas.microsoft.com/office/drawing/2014/main" id="{72042A47-18F1-19EA-DA4D-4B338208F7AB}"/>
              </a:ext>
            </a:extLst>
          </p:cNvPr>
          <p:cNvSpPr/>
          <p:nvPr/>
        </p:nvSpPr>
        <p:spPr>
          <a:xfrm rot="2055929">
            <a:off x="2050484" y="517788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567DD399-6D96-8282-2AF3-7548B8B8E838}"/>
              </a:ext>
            </a:extLst>
          </p:cNvPr>
          <p:cNvSpPr/>
          <p:nvPr/>
        </p:nvSpPr>
        <p:spPr>
          <a:xfrm rot="787370">
            <a:off x="6810715" y="590334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0BFD952C-DB3A-88EE-1426-2396912F87A0}"/>
              </a:ext>
            </a:extLst>
          </p:cNvPr>
          <p:cNvSpPr/>
          <p:nvPr/>
        </p:nvSpPr>
        <p:spPr>
          <a:xfrm rot="20264836">
            <a:off x="675273" y="5875098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8D7621-FC0B-5370-77AC-A12637AA9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0976C4D-1AC5-50E3-8628-B479D40EB899}"/>
              </a:ext>
            </a:extLst>
          </p:cNvPr>
          <p:cNvSpPr txBox="1">
            <a:spLocks/>
          </p:cNvSpPr>
          <p:nvPr/>
        </p:nvSpPr>
        <p:spPr>
          <a:xfrm>
            <a:off x="723796" y="4219629"/>
            <a:ext cx="9144000" cy="3919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dirty="0">
                <a:solidFill>
                  <a:srgbClr val="745A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Full-Stack Web Development Bootcamp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BC947DD-51D9-8B42-CFD6-9990EEEA7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081" y="2050247"/>
            <a:ext cx="2665532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22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E94F7-45A3-B780-1611-0989E2B6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5752B060-A796-CC02-A49A-46E15B9DB8A0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CB53628D-1E36-4B87-73AC-7F4503E2FE32}"/>
              </a:ext>
            </a:extLst>
          </p:cNvPr>
          <p:cNvSpPr/>
          <p:nvPr/>
        </p:nvSpPr>
        <p:spPr>
          <a:xfrm rot="787370">
            <a:off x="8534862" y="164451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138B1A9C-AA7D-DC51-EADD-1D9AE4C56F1F}"/>
              </a:ext>
            </a:extLst>
          </p:cNvPr>
          <p:cNvSpPr/>
          <p:nvPr/>
        </p:nvSpPr>
        <p:spPr>
          <a:xfrm rot="20264836">
            <a:off x="11509310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F2325D-9631-2624-B351-7C2D71A0D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F67CF8D-E1A7-9AE7-51FF-764F6F19D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We Need To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Create A Server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13E42B-7FB4-D75A-4F0E-1C12D325F1D4}"/>
              </a:ext>
            </a:extLst>
          </p:cNvPr>
          <p:cNvSpPr/>
          <p:nvPr/>
        </p:nvSpPr>
        <p:spPr>
          <a:xfrm>
            <a:off x="4547271" y="2963861"/>
            <a:ext cx="2642082" cy="396000"/>
          </a:xfrm>
          <a:prstGeom prst="roundRect">
            <a:avLst/>
          </a:prstGeom>
          <a:solidFill>
            <a:srgbClr val="423300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Request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B6461E9-85F1-6286-BE93-E10CB6D23EA6}"/>
              </a:ext>
            </a:extLst>
          </p:cNvPr>
          <p:cNvSpPr/>
          <p:nvPr/>
        </p:nvSpPr>
        <p:spPr>
          <a:xfrm>
            <a:off x="4547271" y="3576509"/>
            <a:ext cx="2642082" cy="396000"/>
          </a:xfrm>
          <a:prstGeom prst="roundRect">
            <a:avLst/>
          </a:prstGeom>
          <a:solidFill>
            <a:srgbClr val="423300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Response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A685A-4C6D-EA1A-EB43-7ED0185E9127}"/>
              </a:ext>
            </a:extLst>
          </p:cNvPr>
          <p:cNvSpPr txBox="1"/>
          <p:nvPr/>
        </p:nvSpPr>
        <p:spPr>
          <a:xfrm>
            <a:off x="9029919" y="3583941"/>
            <a:ext cx="1366176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SemiBold" pitchFamily="2" charset="77"/>
                <a:cs typeface="Poppins SemiBold" pitchFamily="2" charset="77"/>
              </a:rPr>
              <a:t>Server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A2DE96-60A5-8FF9-501C-44BF4967DD2B}"/>
              </a:ext>
            </a:extLst>
          </p:cNvPr>
          <p:cNvCxnSpPr>
            <a:cxnSpLocks/>
          </p:cNvCxnSpPr>
          <p:nvPr/>
        </p:nvCxnSpPr>
        <p:spPr>
          <a:xfrm>
            <a:off x="7416570" y="3142210"/>
            <a:ext cx="1063856" cy="396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2AF962A-8317-11D9-8E02-1125CC7358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6629" y="2911162"/>
            <a:ext cx="720000" cy="72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732FC5-4B6D-F00E-3AA5-36BBE55F1979}"/>
              </a:ext>
            </a:extLst>
          </p:cNvPr>
          <p:cNvSpPr txBox="1"/>
          <p:nvPr/>
        </p:nvSpPr>
        <p:spPr>
          <a:xfrm>
            <a:off x="1680581" y="3735498"/>
            <a:ext cx="1572096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SemiBold" pitchFamily="2" charset="77"/>
                <a:cs typeface="Poppins SemiBold" pitchFamily="2" charset="77"/>
              </a:rPr>
              <a:t>Client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870529-1BF7-338B-164A-D5DA3DF162FA}"/>
              </a:ext>
            </a:extLst>
          </p:cNvPr>
          <p:cNvCxnSpPr>
            <a:cxnSpLocks/>
          </p:cNvCxnSpPr>
          <p:nvPr/>
        </p:nvCxnSpPr>
        <p:spPr>
          <a:xfrm>
            <a:off x="3292626" y="3142210"/>
            <a:ext cx="1063856" cy="396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25AF1F-DDE9-9BAF-6BA6-3553166DE3F1}"/>
              </a:ext>
            </a:extLst>
          </p:cNvPr>
          <p:cNvCxnSpPr>
            <a:cxnSpLocks/>
          </p:cNvCxnSpPr>
          <p:nvPr/>
        </p:nvCxnSpPr>
        <p:spPr>
          <a:xfrm flipH="1">
            <a:off x="7416570" y="3773146"/>
            <a:ext cx="1063856" cy="396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D85E96-4B10-220D-32F4-8ACD1196060B}"/>
              </a:ext>
            </a:extLst>
          </p:cNvPr>
          <p:cNvCxnSpPr>
            <a:cxnSpLocks/>
          </p:cNvCxnSpPr>
          <p:nvPr/>
        </p:nvCxnSpPr>
        <p:spPr>
          <a:xfrm flipH="1">
            <a:off x="3265194" y="3773146"/>
            <a:ext cx="1063856" cy="396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7876A24-6196-DF7E-4900-973F440B98A0}"/>
              </a:ext>
            </a:extLst>
          </p:cNvPr>
          <p:cNvSpPr txBox="1"/>
          <p:nvPr/>
        </p:nvSpPr>
        <p:spPr>
          <a:xfrm>
            <a:off x="8210586" y="2770379"/>
            <a:ext cx="3125924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Express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BF0A7E-1BB5-71B7-3239-B80241F31FCF}"/>
              </a:ext>
            </a:extLst>
          </p:cNvPr>
          <p:cNvSpPr txBox="1"/>
          <p:nvPr/>
        </p:nvSpPr>
        <p:spPr>
          <a:xfrm>
            <a:off x="1264794" y="4669869"/>
            <a:ext cx="973543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Express is a minimal and flexible Node.js web application framework that provides a robust set of features for server side applications in Node.js. It simplifies routing, middleware, error handling, and server-side logic, making it easier to build efficient and scalable APIs and web applications.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39993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AA87D1-2E55-3FD2-DE4D-D9B5D504E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15203840-85F0-279C-9F13-46F63D3E0085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CA2ECD12-5276-8BAC-008C-FE96F7325238}"/>
              </a:ext>
            </a:extLst>
          </p:cNvPr>
          <p:cNvSpPr/>
          <p:nvPr/>
        </p:nvSpPr>
        <p:spPr>
          <a:xfrm rot="787370">
            <a:off x="8534862" y="164451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784A1454-7974-7417-1526-35C74D15D546}"/>
              </a:ext>
            </a:extLst>
          </p:cNvPr>
          <p:cNvSpPr/>
          <p:nvPr/>
        </p:nvSpPr>
        <p:spPr>
          <a:xfrm rot="20264836">
            <a:off x="11509310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27035E-4892-2FBC-C2A9-D03836EAD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CDD607C-057C-A1A5-2ABF-B92BCA8D6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Express is a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Web Framework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C6C3B3E-9B08-C707-6831-9128193F1C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5869" y="2845611"/>
            <a:ext cx="1999149" cy="54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A1179B1-F694-2885-168D-F4EE539C7015}"/>
              </a:ext>
            </a:extLst>
          </p:cNvPr>
          <p:cNvSpPr/>
          <p:nvPr/>
        </p:nvSpPr>
        <p:spPr>
          <a:xfrm>
            <a:off x="4493117" y="1584251"/>
            <a:ext cx="3205765" cy="3205765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AD651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FDFBD0-B835-EB0C-ACDA-C44842FE4F65}"/>
              </a:ext>
            </a:extLst>
          </p:cNvPr>
          <p:cNvSpPr/>
          <p:nvPr/>
        </p:nvSpPr>
        <p:spPr>
          <a:xfrm>
            <a:off x="4774958" y="2413539"/>
            <a:ext cx="2642082" cy="396000"/>
          </a:xfrm>
          <a:prstGeom prst="roundRect">
            <a:avLst/>
          </a:prstGeom>
          <a:solidFill>
            <a:srgbClr val="423300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Routing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FF5209F-74CC-0C99-FEA3-CBFCDD2BEC8F}"/>
              </a:ext>
            </a:extLst>
          </p:cNvPr>
          <p:cNvSpPr/>
          <p:nvPr/>
        </p:nvSpPr>
        <p:spPr>
          <a:xfrm>
            <a:off x="4774958" y="2989611"/>
            <a:ext cx="2642082" cy="396000"/>
          </a:xfrm>
          <a:prstGeom prst="roundRect">
            <a:avLst/>
          </a:prstGeom>
          <a:solidFill>
            <a:srgbClr val="423300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Middleware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B54BAAF-7CE4-250E-8273-56123EED2764}"/>
              </a:ext>
            </a:extLst>
          </p:cNvPr>
          <p:cNvSpPr/>
          <p:nvPr/>
        </p:nvSpPr>
        <p:spPr>
          <a:xfrm>
            <a:off x="4774958" y="3583971"/>
            <a:ext cx="2642082" cy="396000"/>
          </a:xfrm>
          <a:prstGeom prst="roundRect">
            <a:avLst/>
          </a:prstGeom>
          <a:solidFill>
            <a:srgbClr val="423300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Poppins" pitchFamily="2" charset="77"/>
                <a:cs typeface="Poppins" pitchFamily="2" charset="77"/>
              </a:rPr>
              <a:t>Error Handling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9780E6D-746C-5E2E-39A8-888F74B904C9}"/>
              </a:ext>
            </a:extLst>
          </p:cNvPr>
          <p:cNvSpPr/>
          <p:nvPr/>
        </p:nvSpPr>
        <p:spPr>
          <a:xfrm>
            <a:off x="4774958" y="4196619"/>
            <a:ext cx="2642082" cy="396000"/>
          </a:xfrm>
          <a:prstGeom prst="roundRect">
            <a:avLst/>
          </a:prstGeom>
          <a:solidFill>
            <a:srgbClr val="423300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Templating Engines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8EFFCA-F412-378A-C94D-C5FF4151148D}"/>
              </a:ext>
            </a:extLst>
          </p:cNvPr>
          <p:cNvSpPr txBox="1"/>
          <p:nvPr/>
        </p:nvSpPr>
        <p:spPr>
          <a:xfrm>
            <a:off x="4572958" y="1514218"/>
            <a:ext cx="3125924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rPr>
              <a:t>Express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4CF4B3C-CD55-17E1-972E-6F63E6FFD5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528" y="2647133"/>
            <a:ext cx="1080000" cy="1080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758FBB9-F664-683D-4224-A7B283C6E033}"/>
              </a:ext>
            </a:extLst>
          </p:cNvPr>
          <p:cNvSpPr txBox="1"/>
          <p:nvPr/>
        </p:nvSpPr>
        <p:spPr>
          <a:xfrm>
            <a:off x="1264794" y="5179588"/>
            <a:ext cx="973543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Express enhances development experience by providing a simplified API for server creation, robust routing, and middleware support, streamlining complex server-side programming and making it easier to build scalable web applications and APIs.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9695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5616</TotalTime>
  <Words>123</Words>
  <Application>Microsoft Macintosh PowerPoint</Application>
  <PresentationFormat>Widescreen</PresentationFormat>
  <Paragraphs>18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Poppins</vt:lpstr>
      <vt:lpstr>Poppins Light</vt:lpstr>
      <vt:lpstr>Poppins SemiBold</vt:lpstr>
      <vt:lpstr>Office Theme</vt:lpstr>
      <vt:lpstr>What is Express</vt:lpstr>
      <vt:lpstr>We Need To Create A Server</vt:lpstr>
      <vt:lpstr>Express is a Web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NESTJS</dc:title>
  <dc:creator>Microsoft Office User</dc:creator>
  <cp:lastModifiedBy>Manik Bajaj</cp:lastModifiedBy>
  <cp:revision>617</cp:revision>
  <dcterms:created xsi:type="dcterms:W3CDTF">2024-02-28T11:24:07Z</dcterms:created>
  <dcterms:modified xsi:type="dcterms:W3CDTF">2024-10-02T08:37:22Z</dcterms:modified>
</cp:coreProperties>
</file>