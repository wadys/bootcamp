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345" r:id="rId3"/>
    <p:sldId id="35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300"/>
    <a:srgbClr val="745A00"/>
    <a:srgbClr val="61456A"/>
    <a:srgbClr val="C55A11"/>
    <a:srgbClr val="AD6513"/>
    <a:srgbClr val="FCC613"/>
    <a:srgbClr val="FFDD6D"/>
    <a:srgbClr val="DD53F8"/>
    <a:srgbClr val="E100FF"/>
    <a:srgbClr val="E85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1166"/>
  </p:normalViewPr>
  <p:slideViewPr>
    <p:cSldViewPr snapToGrid="0" showGuides="1">
      <p:cViewPr varScale="1">
        <p:scale>
          <a:sx n="80" d="100"/>
          <a:sy n="80" d="100"/>
        </p:scale>
        <p:origin x="162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AFF5F-4593-4642-B263-46DC71846A50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D73B4-3B7A-5C47-BA0A-325276D0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8086-3F50-6B21-F11D-D596A1B2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F869C-0979-778C-E6F3-FA2616613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5CCF7-3D8B-35B5-4950-C203563F0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F4C7-44EB-8560-3395-20BB16A1E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64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7539-DE5B-FE24-D293-93B92FBD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A8259-785C-6F4A-A48D-64325D623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F34DC-FE0C-D3CD-6208-79C37159B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E978-4A22-203F-E7E5-2B1F9625A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2285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14B0-5224-B0DF-7293-F40663175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8810A-B6B9-C0BD-1265-DFCF18146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19265-9BFA-1BC2-CDD6-47A3F947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4205-5F65-3747-0E48-5926F2DA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9A60-B65A-047C-1901-9E58799F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0753-60BE-D4E8-DF98-50EB8781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F022-9CC0-F395-2126-25FD48B7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5A9DC-7053-2EC2-614A-ACE263E4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87403-D3DF-EED7-AC4A-58DC6ACD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9626-CF06-4327-1460-B41D736A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8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8E38-3DF8-0E50-B41F-24E2F964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F70C4-F003-C288-3E3B-F320E8EDA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F0F96-1D0B-7BE6-0DA5-722FDD17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A99A-36B8-13EE-009B-F71B62B1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676F-30E5-E5C7-0601-07574EB2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1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B8B2-55D6-055B-5C09-E65DD8C9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256CA-6EF2-B2E8-7D4B-52ECBC95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56E81-36C0-EE8A-9E4E-8470ED1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A4CF9-8A85-9602-5D37-E5036C3F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8346B-1F76-4AD0-4C90-AD723428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91F1-5E0B-7A68-8722-F1575298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FBBD-1722-4224-F9BB-8EBD1C00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4CB22-1AE7-CA9A-D0DC-DC783753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5AA36-5AC2-7491-7C18-242609E9F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99B3A-36E2-CFCE-6301-878B769EC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6ABAF-F340-A78E-DFD6-A0867F846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998BD-30CD-7920-E753-C252CA2B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7ABC1-3752-46E5-F1AF-00F01D4B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F4455-339C-F08F-C4CD-B3F2A795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3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A960-22DE-E5A9-7830-63B79FA7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E3637-07FD-41EA-C7DB-1E60FA87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F13C8-AE6B-EC91-149D-C4F99AB0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6A696-6FF2-5CBD-6F28-EC15D570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9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8334D-D93A-3844-6818-5266D3B3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9EED5-89A1-ACE4-55B7-3E9C29A5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A3269-AD29-F734-147B-CF871F8F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1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F10A-D478-0EAA-0D79-6B896263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1B23-CF69-1895-9367-83A95BCF1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00D4B-7EEA-3448-A4D6-3B78AD012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56B4C-B757-9048-D019-358A416E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E17CD-B648-BBC6-40F2-86A87DD4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5F0EB-2058-FC2E-EDCF-37CD7BC3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5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20EC-5AFE-8DF7-F581-AEE45E4A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9887F-796D-C2EF-5316-35FE57640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6A06E-DDBD-D2B6-9290-9E50813A4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558D9-110B-23FB-23FE-284059F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8022B-6382-BE9C-A25F-0B02B029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23489-F0FC-18E2-45F1-463EFAAB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1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9BB7-6F7E-5B81-4F71-4BE77773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98EFD-6E2D-073D-2777-B8197B8AD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CEA36-4478-D24E-E2AB-CF9EEA3E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C77E-E47B-EBFA-D7E2-EB8CAFC4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DF2F-19EC-AA0F-C42C-20F34B9C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5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B8503-2440-79EE-E716-072BE6DE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F235D-189D-2752-0AD8-7B97748C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B4F1-B968-C9DC-36A0-40D3A924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11C7E-F8C8-E7B1-5AE1-6C0FD243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4DB4-9403-A5D1-815E-2C890E8D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3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9037D-89B3-121A-2C40-3A64E326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CA659-082C-0B10-3680-E2AAC011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4A2A-5365-7A34-B293-F60F54484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E7AAE-89D3-5444-979C-39A9910DDA2F}" type="datetimeFigureOut">
              <a:rPr lang="en-US" smtClean="0"/>
              <a:t>11/24/24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3B83F-380E-CA22-46AF-AE6DC794F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42CC-6023-539B-3E1C-4866E62C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9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2.emf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DEFE-3BD7-6534-F0FE-3E6113B81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796" y="2189079"/>
            <a:ext cx="9144000" cy="203055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Dividing Controllers</a:t>
            </a:r>
            <a:b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38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into Providers</a:t>
            </a:r>
          </a:p>
        </p:txBody>
      </p:sp>
      <p:sp>
        <p:nvSpPr>
          <p:cNvPr id="5" name="4-point Star 4">
            <a:extLst>
              <a:ext uri="{FF2B5EF4-FFF2-40B4-BE49-F238E27FC236}">
                <a16:creationId xmlns:a16="http://schemas.microsoft.com/office/drawing/2014/main" id="{72042A47-18F1-19EA-DA4D-4B338208F7AB}"/>
              </a:ext>
            </a:extLst>
          </p:cNvPr>
          <p:cNvSpPr/>
          <p:nvPr/>
        </p:nvSpPr>
        <p:spPr>
          <a:xfrm rot="2055929">
            <a:off x="2050484" y="517788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567DD399-6D96-8282-2AF3-7548B8B8E838}"/>
              </a:ext>
            </a:extLst>
          </p:cNvPr>
          <p:cNvSpPr/>
          <p:nvPr/>
        </p:nvSpPr>
        <p:spPr>
          <a:xfrm rot="787370">
            <a:off x="6810715" y="590334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0BFD952C-DB3A-88EE-1426-2396912F87A0}"/>
              </a:ext>
            </a:extLst>
          </p:cNvPr>
          <p:cNvSpPr/>
          <p:nvPr/>
        </p:nvSpPr>
        <p:spPr>
          <a:xfrm rot="20264836">
            <a:off x="675273" y="5875098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D7621-FC0B-5370-77AC-A12637AA9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0976C4D-1AC5-50E3-8628-B479D40EB899}"/>
              </a:ext>
            </a:extLst>
          </p:cNvPr>
          <p:cNvSpPr txBox="1">
            <a:spLocks/>
          </p:cNvSpPr>
          <p:nvPr/>
        </p:nvSpPr>
        <p:spPr>
          <a:xfrm>
            <a:off x="723796" y="4219629"/>
            <a:ext cx="9144000" cy="3919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dirty="0">
                <a:solidFill>
                  <a:srgbClr val="745A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Full-Stack Web Development Bootcamp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8468213-F66A-0661-AF69-9D384537A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081" y="2050247"/>
            <a:ext cx="285923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22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E94F7-45A3-B780-1611-0989E2B6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5752B060-A796-CC02-A49A-46E15B9DB8A0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B53628D-1E36-4B87-73AC-7F4503E2FE32}"/>
              </a:ext>
            </a:extLst>
          </p:cNvPr>
          <p:cNvSpPr/>
          <p:nvPr/>
        </p:nvSpPr>
        <p:spPr>
          <a:xfrm rot="787370">
            <a:off x="11032449" y="272472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138B1A9C-AA7D-DC51-EADD-1D9AE4C56F1F}"/>
              </a:ext>
            </a:extLst>
          </p:cNvPr>
          <p:cNvSpPr/>
          <p:nvPr/>
        </p:nvSpPr>
        <p:spPr>
          <a:xfrm rot="20264836">
            <a:off x="10475940" y="6321962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2325D-9631-2624-B351-7C2D71A0D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F67CF8D-E1A7-9AE7-51FF-764F6F19D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The Controller Files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Become Lengthy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A0CC64-7B5D-982B-D79E-32A116D8D6FC}"/>
              </a:ext>
            </a:extLst>
          </p:cNvPr>
          <p:cNvSpPr txBox="1"/>
          <p:nvPr/>
        </p:nvSpPr>
        <p:spPr>
          <a:xfrm>
            <a:off x="7466983" y="2548117"/>
            <a:ext cx="4155148" cy="2650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When controller files grow lengthy due to many methods, encapsulating each controller method into a separate provider file simplifies management. This allows controllers to focus on routing, while providers handle specific business logic, enhancing modularity and maintainability of the code.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4BF7CC-874B-86C5-2925-714341DA4647}"/>
              </a:ext>
            </a:extLst>
          </p:cNvPr>
          <p:cNvSpPr txBox="1"/>
          <p:nvPr/>
        </p:nvSpPr>
        <p:spPr>
          <a:xfrm>
            <a:off x="7466983" y="2159550"/>
            <a:ext cx="3314608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The Problem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9FB4F-14CA-7EE6-64C1-BAB35383A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69" y="1437354"/>
            <a:ext cx="6388153" cy="435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93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97427-4D08-34D6-C22C-610AE494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D2EA3530-D9E2-FFFF-DCF7-CA959E8ECB83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FC9BA549-0620-857B-F53B-0E10981DC9B5}"/>
              </a:ext>
            </a:extLst>
          </p:cNvPr>
          <p:cNvSpPr/>
          <p:nvPr/>
        </p:nvSpPr>
        <p:spPr>
          <a:xfrm rot="787370">
            <a:off x="11032449" y="272472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56483835-F89D-FD02-4C09-DE0D85A43401}"/>
              </a:ext>
            </a:extLst>
          </p:cNvPr>
          <p:cNvSpPr/>
          <p:nvPr/>
        </p:nvSpPr>
        <p:spPr>
          <a:xfrm rot="20264836">
            <a:off x="11241661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0382E-9CE1-6E48-2B26-28769617B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EBF03FC-9599-EA03-34E3-F7F08B452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Create Helper Files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Providers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43AA2D-01D6-AAF3-FC6D-7F0C6B182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353" y="3332736"/>
            <a:ext cx="720000" cy="720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5F5B0D-2D9F-7255-B1B2-979F5E08DC0D}"/>
              </a:ext>
            </a:extLst>
          </p:cNvPr>
          <p:cNvCxnSpPr>
            <a:cxnSpLocks/>
          </p:cNvCxnSpPr>
          <p:nvPr/>
        </p:nvCxnSpPr>
        <p:spPr>
          <a:xfrm>
            <a:off x="1868354" y="3276562"/>
            <a:ext cx="1644557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9ED0C4-1B66-DB90-F84B-5C36853743D1}"/>
              </a:ext>
            </a:extLst>
          </p:cNvPr>
          <p:cNvCxnSpPr>
            <a:cxnSpLocks/>
          </p:cNvCxnSpPr>
          <p:nvPr/>
        </p:nvCxnSpPr>
        <p:spPr>
          <a:xfrm flipH="1">
            <a:off x="1868354" y="4158354"/>
            <a:ext cx="5412838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FE29E7-96A5-A3A6-776E-749947914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709" y="2915122"/>
            <a:ext cx="540000" cy="54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BE4217-596F-1941-8056-FA37753D6A00}"/>
              </a:ext>
            </a:extLst>
          </p:cNvPr>
          <p:cNvSpPr txBox="1"/>
          <p:nvPr/>
        </p:nvSpPr>
        <p:spPr>
          <a:xfrm>
            <a:off x="3153275" y="3426324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 err="1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usersRouter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7C4C6C-EAD9-ADB1-E9DE-B686C15927B4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4371504" y="2246200"/>
            <a:ext cx="2909688" cy="1030362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A927EDE-82F8-C82F-39D7-28DC65725B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1192" y="1886200"/>
            <a:ext cx="720000" cy="72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8E63343-4E53-110E-5F1D-6F0189308C71}"/>
              </a:ext>
            </a:extLst>
          </p:cNvPr>
          <p:cNvSpPr txBox="1"/>
          <p:nvPr/>
        </p:nvSpPr>
        <p:spPr>
          <a:xfrm>
            <a:off x="6787734" y="2717392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tasksController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B396D22-6860-0C1F-A7E5-FB0C8DA0CE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1192" y="3550408"/>
            <a:ext cx="720000" cy="7200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2EE67BF-B6A2-E5DB-B513-60758E5F34A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371504" y="3287431"/>
            <a:ext cx="2909688" cy="622977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D406D41-BF11-F7C6-0696-B818807C2B0A}"/>
              </a:ext>
            </a:extLst>
          </p:cNvPr>
          <p:cNvSpPr txBox="1"/>
          <p:nvPr/>
        </p:nvSpPr>
        <p:spPr>
          <a:xfrm>
            <a:off x="1761611" y="2890516"/>
            <a:ext cx="856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GET /users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FE177-D97D-F845-0DE3-9A1CBBB430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6348" y="2578178"/>
            <a:ext cx="360000" cy="36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EC61A6E-9EB2-A5FD-14D8-0592D3189B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4184" y="2782575"/>
            <a:ext cx="720000" cy="72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DF299DD-D609-EBCE-CC07-DB7C80EC5B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0693" y="2778688"/>
            <a:ext cx="720000" cy="720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74C9196-6F24-86DD-8F1A-393A61A96859}"/>
              </a:ext>
            </a:extLst>
          </p:cNvPr>
          <p:cNvSpPr txBox="1"/>
          <p:nvPr/>
        </p:nvSpPr>
        <p:spPr>
          <a:xfrm>
            <a:off x="8859298" y="3567784"/>
            <a:ext cx="1111750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User (model)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07FAD9-D41E-39D4-6524-98B95BB58320}"/>
              </a:ext>
            </a:extLst>
          </p:cNvPr>
          <p:cNvSpPr txBox="1"/>
          <p:nvPr/>
        </p:nvSpPr>
        <p:spPr>
          <a:xfrm>
            <a:off x="10441210" y="3567784"/>
            <a:ext cx="1111750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Database</a:t>
            </a: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>
                <a:solidFill>
                  <a:srgbClr val="423300"/>
                </a:solidFill>
                <a:latin typeface="Poppins Medium" pitchFamily="2" charset="77"/>
                <a:cs typeface="Poppins Medium" pitchFamily="2" charset="77"/>
              </a:rPr>
              <a:t>(MongoDB)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52DC2C-5F30-C231-B0F6-490318BAB3B8}"/>
              </a:ext>
            </a:extLst>
          </p:cNvPr>
          <p:cNvCxnSpPr>
            <a:cxnSpLocks/>
            <a:stCxn id="18" idx="3"/>
            <a:endCxn id="28" idx="1"/>
          </p:cNvCxnSpPr>
          <p:nvPr/>
        </p:nvCxnSpPr>
        <p:spPr>
          <a:xfrm flipV="1">
            <a:off x="8001192" y="3142575"/>
            <a:ext cx="1032992" cy="767833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40757A2-4825-4175-EE9D-9164CEA9C9F8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 flipV="1">
            <a:off x="9754184" y="3138688"/>
            <a:ext cx="856509" cy="3887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DFAC822-70E7-F7FF-2700-655A8B832CD2}"/>
              </a:ext>
            </a:extLst>
          </p:cNvPr>
          <p:cNvCxnSpPr>
            <a:cxnSpLocks/>
          </p:cNvCxnSpPr>
          <p:nvPr/>
        </p:nvCxnSpPr>
        <p:spPr>
          <a:xfrm flipH="1" flipV="1">
            <a:off x="9673829" y="3326356"/>
            <a:ext cx="936864" cy="638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3CEA0D3-7188-B492-DA99-03B27925E102}"/>
              </a:ext>
            </a:extLst>
          </p:cNvPr>
          <p:cNvCxnSpPr>
            <a:cxnSpLocks/>
          </p:cNvCxnSpPr>
          <p:nvPr/>
        </p:nvCxnSpPr>
        <p:spPr>
          <a:xfrm flipH="1">
            <a:off x="8032769" y="3351990"/>
            <a:ext cx="1142316" cy="806364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A65CD92-B78D-D35D-62A9-FC510FC6072F}"/>
              </a:ext>
            </a:extLst>
          </p:cNvPr>
          <p:cNvSpPr txBox="1"/>
          <p:nvPr/>
        </p:nvSpPr>
        <p:spPr>
          <a:xfrm>
            <a:off x="1761611" y="3740908"/>
            <a:ext cx="783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Response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7134C8-FF8F-82C7-3659-800F0B5955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7734" y="5022592"/>
            <a:ext cx="720000" cy="72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3A7BE3-57C6-0FD4-4000-97134BE6DD25}"/>
              </a:ext>
            </a:extLst>
          </p:cNvPr>
          <p:cNvSpPr txBox="1"/>
          <p:nvPr/>
        </p:nvSpPr>
        <p:spPr>
          <a:xfrm>
            <a:off x="5934276" y="5853784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getUsersProvider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2A51C2A-4F05-C7B5-60C8-ADDC5248A9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382" y="5022592"/>
            <a:ext cx="720000" cy="720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27225E2-66D8-830D-1BBD-B4256EA83812}"/>
              </a:ext>
            </a:extLst>
          </p:cNvPr>
          <p:cNvSpPr txBox="1"/>
          <p:nvPr/>
        </p:nvSpPr>
        <p:spPr>
          <a:xfrm>
            <a:off x="7577094" y="5853784"/>
            <a:ext cx="193266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 err="1">
                <a:solidFill>
                  <a:srgbClr val="423300"/>
                </a:solidFill>
                <a:latin typeface="Poppins Medium" pitchFamily="2" charset="77"/>
                <a:cs typeface="Poppins Medium" pitchFamily="2" charset="77"/>
              </a:rPr>
              <a:t>c</a:t>
            </a:r>
            <a:r>
              <a:rPr lang="en-US" sz="1200" i="0" dirty="0" err="1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reateUserProvider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697244D-10A1-9F6E-B967-33D487E22A56}"/>
              </a:ext>
            </a:extLst>
          </p:cNvPr>
          <p:cNvCxnSpPr>
            <a:cxnSpLocks/>
            <a:stCxn id="19" idx="0"/>
            <a:endCxn id="14" idx="0"/>
          </p:cNvCxnSpPr>
          <p:nvPr/>
        </p:nvCxnSpPr>
        <p:spPr>
          <a:xfrm flipH="1">
            <a:off x="6787734" y="4290129"/>
            <a:ext cx="853503" cy="732463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5A8FD4-5930-2181-7B09-F8359A590124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7641192" y="4270408"/>
            <a:ext cx="926736" cy="73136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CB10B3-34BE-31B8-95CA-27770E5D9ED9}"/>
              </a:ext>
            </a:extLst>
          </p:cNvPr>
          <p:cNvSpPr txBox="1"/>
          <p:nvPr/>
        </p:nvSpPr>
        <p:spPr>
          <a:xfrm>
            <a:off x="6787734" y="4290129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usersController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13764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6129</TotalTime>
  <Words>84</Words>
  <Application>Microsoft Macintosh PowerPoint</Application>
  <PresentationFormat>Widescreen</PresentationFormat>
  <Paragraphs>18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Poppins</vt:lpstr>
      <vt:lpstr>Poppins Medium</vt:lpstr>
      <vt:lpstr>Poppins SemiBold</vt:lpstr>
      <vt:lpstr>Office Theme</vt:lpstr>
      <vt:lpstr>Dividing Controllers into Providers</vt:lpstr>
      <vt:lpstr>The Controller Files Become Lengthy</vt:lpstr>
      <vt:lpstr>Create Helper Files Providers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NESTJS</dc:title>
  <dc:creator>Microsoft Office User</dc:creator>
  <cp:lastModifiedBy>Microsoft Office User</cp:lastModifiedBy>
  <cp:revision>703</cp:revision>
  <dcterms:created xsi:type="dcterms:W3CDTF">2024-02-28T11:24:07Z</dcterms:created>
  <dcterms:modified xsi:type="dcterms:W3CDTF">2024-11-24T15:20:49Z</dcterms:modified>
</cp:coreProperties>
</file>